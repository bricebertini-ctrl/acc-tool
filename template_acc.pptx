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26" r:id="rId5"/>
    <p:sldMasterId id="2147483727" r:id="rId6"/>
    <p:sldMasterId id="214748372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Tahoma"/>
      <p:regular r:id="rId24"/>
      <p:bold r:id="rId25"/>
    </p:embeddedFont>
    <p:embeddedFont>
      <p:font typeface="Quattrocento Sans"/>
      <p:regular r:id="rId26"/>
      <p:bold r:id="rId27"/>
      <p:italic r:id="rId28"/>
      <p:boldItalic r:id="rId29"/>
    </p:embeddedFon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34471E-8CF7-4E11-B34D-4E665F04ACA3}">
  <a:tblStyle styleId="{C834471E-8CF7-4E11-B34D-4E665F04AC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33" Type="http://schemas.openxmlformats.org/officeDocument/2006/relationships/font" Target="fonts/HelveticaNeue-boldItalic.fntdata"/><Relationship Id="rId32" Type="http://schemas.openxmlformats.org/officeDocument/2006/relationships/font" Target="fonts/HelveticaNeue-italic.fntdata"/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Tahoma-regular.fntdata"/><Relationship Id="rId23" Type="http://schemas.openxmlformats.org/officeDocument/2006/relationships/font" Target="fonts/Poppins-boldItalic.fntdata"/><Relationship Id="rId26" Type="http://schemas.openxmlformats.org/officeDocument/2006/relationships/font" Target="fonts/QuattrocentoSans-regular.fntdata"/><Relationship Id="rId25" Type="http://schemas.openxmlformats.org/officeDocument/2006/relationships/font" Target="fonts/Tahoma-bold.fntdata"/><Relationship Id="rId28" Type="http://schemas.openxmlformats.org/officeDocument/2006/relationships/font" Target="fonts/QuattrocentoSans-italic.fntdata"/><Relationship Id="rId27" Type="http://schemas.openxmlformats.org/officeDocument/2006/relationships/font" Target="fonts/QuattrocentoSans-bold.fntdata"/><Relationship Id="rId29" Type="http://schemas.openxmlformats.org/officeDocument/2006/relationships/font" Target="fonts/QuattrocentoSans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62baccec1d_0_305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62baccec1d_0_305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g362baccec1d_0_305:notes"/>
          <p:cNvSpPr txBox="1"/>
          <p:nvPr>
            <p:ph idx="12" type="sldNum"/>
          </p:nvPr>
        </p:nvSpPr>
        <p:spPr>
          <a:xfrm>
            <a:off x="3884620" y="8685214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62baccec1d_0_1063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Rappel: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-contrat de vente direct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-energie transite via le réseau enedis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-priorité à la production locale, complément via le fournisseur de réseau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-facturation mensuelle</a:t>
            </a:r>
            <a:endParaRPr sz="300">
              <a:solidFill>
                <a:schemeClr val="dk1"/>
              </a:solidFill>
            </a:endParaRPr>
          </a:p>
        </p:txBody>
      </p:sp>
      <p:sp>
        <p:nvSpPr>
          <p:cNvPr id="486" name="Google Shape;486;g362baccec1d_0_1063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7d0121f24e_0_151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7d0121f24e_0_151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7d0121f24e_0_6:notes"/>
          <p:cNvSpPr/>
          <p:nvPr>
            <p:ph idx="2" type="sldImg"/>
          </p:nvPr>
        </p:nvSpPr>
        <p:spPr>
          <a:xfrm>
            <a:off x="425903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7d0121f24e_0_6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g37d0121f24e_0_6:notes"/>
          <p:cNvSpPr txBox="1"/>
          <p:nvPr>
            <p:ph idx="12" type="sldNum"/>
          </p:nvPr>
        </p:nvSpPr>
        <p:spPr>
          <a:xfrm>
            <a:off x="3884620" y="8685214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62baccec1d_0_904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62baccec1d_0_904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62baccec1d_0_904:notes"/>
          <p:cNvSpPr txBox="1"/>
          <p:nvPr>
            <p:ph idx="12" type="sldNum"/>
          </p:nvPr>
        </p:nvSpPr>
        <p:spPr>
          <a:xfrm>
            <a:off x="3884620" y="8685214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2baccec1d_0_598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62baccec1d_0_598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g362baccec1d_0_598:notes"/>
          <p:cNvSpPr txBox="1"/>
          <p:nvPr>
            <p:ph idx="12" type="sldNum"/>
          </p:nvPr>
        </p:nvSpPr>
        <p:spPr>
          <a:xfrm>
            <a:off x="3884620" y="8685214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62baccec1d_0_894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62baccec1d_0_894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g362baccec1d_0_894:notes"/>
          <p:cNvSpPr txBox="1"/>
          <p:nvPr>
            <p:ph idx="12" type="sldNum"/>
          </p:nvPr>
        </p:nvSpPr>
        <p:spPr>
          <a:xfrm>
            <a:off x="3884620" y="8685214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2baccec1d_0_1340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62baccec1d_0_1340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g362baccec1d_0_1340:notes"/>
          <p:cNvSpPr txBox="1"/>
          <p:nvPr>
            <p:ph idx="12" type="sldNum"/>
          </p:nvPr>
        </p:nvSpPr>
        <p:spPr>
          <a:xfrm>
            <a:off x="3884620" y="8685214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2baccec1d_0_1323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62baccec1d_0_1323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Economie sous estimée car non prise en compte des CEE</a:t>
            </a:r>
            <a:endParaRPr/>
          </a:p>
        </p:txBody>
      </p:sp>
      <p:sp>
        <p:nvSpPr>
          <p:cNvPr id="593" name="Google Shape;593;g362baccec1d_0_1323:notes"/>
          <p:cNvSpPr txBox="1"/>
          <p:nvPr>
            <p:ph idx="12" type="sldNum"/>
          </p:nvPr>
        </p:nvSpPr>
        <p:spPr>
          <a:xfrm>
            <a:off x="3884620" y="8685214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7e55b56493_1_12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7e55b56493_1_12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Economie sous estimée car non prise en compte des CEE</a:t>
            </a:r>
            <a:endParaRPr/>
          </a:p>
        </p:txBody>
      </p:sp>
      <p:sp>
        <p:nvSpPr>
          <p:cNvPr id="604" name="Google Shape;604;g37e55b56493_1_12:notes"/>
          <p:cNvSpPr txBox="1"/>
          <p:nvPr>
            <p:ph idx="12" type="sldNum"/>
          </p:nvPr>
        </p:nvSpPr>
        <p:spPr>
          <a:xfrm>
            <a:off x="3884620" y="8685214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2baccec1d_0_1517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g362baccec1d_0_1517:notes"/>
          <p:cNvSpPr/>
          <p:nvPr>
            <p:ph idx="2" type="sldImg"/>
          </p:nvPr>
        </p:nvSpPr>
        <p:spPr>
          <a:xfrm>
            <a:off x="425899" y="1143366"/>
            <a:ext cx="60063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www.slidor.fr/" TargetMode="Externa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quares">
  <p:cSld name="Four Square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83234" y="762075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183234" y="2814713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4871037" y="762075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4871037" y="2814713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57" name="Google Shape;57;p13"/>
          <p:cNvSpPr/>
          <p:nvPr>
            <p:ph idx="5" type="body"/>
          </p:nvPr>
        </p:nvSpPr>
        <p:spPr>
          <a:xfrm>
            <a:off x="183234" y="600075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6" type="body"/>
          </p:nvPr>
        </p:nvSpPr>
        <p:spPr>
          <a:xfrm>
            <a:off x="183233" y="2652713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59" name="Google Shape;59;p13"/>
          <p:cNvSpPr/>
          <p:nvPr>
            <p:ph idx="7" type="body"/>
          </p:nvPr>
        </p:nvSpPr>
        <p:spPr>
          <a:xfrm>
            <a:off x="4871035" y="600075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60" name="Google Shape;60;p13"/>
          <p:cNvSpPr/>
          <p:nvPr>
            <p:ph idx="8" type="body"/>
          </p:nvPr>
        </p:nvSpPr>
        <p:spPr>
          <a:xfrm>
            <a:off x="4871034" y="2652713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15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1">
  <p:cSld name="Team 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>
            <p:ph idx="2" type="pic"/>
          </p:nvPr>
        </p:nvSpPr>
        <p:spPr>
          <a:xfrm>
            <a:off x="2927994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64" name="Google Shape;64;p14"/>
          <p:cNvSpPr/>
          <p:nvPr>
            <p:ph idx="3" type="pic"/>
          </p:nvPr>
        </p:nvSpPr>
        <p:spPr>
          <a:xfrm>
            <a:off x="4832990" y="1965992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65" name="Google Shape;65;p14"/>
          <p:cNvSpPr/>
          <p:nvPr>
            <p:ph idx="4" type="pic"/>
          </p:nvPr>
        </p:nvSpPr>
        <p:spPr>
          <a:xfrm>
            <a:off x="6737984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66" name="Google Shape;66;p14"/>
          <p:cNvSpPr/>
          <p:nvPr>
            <p:ph idx="5" type="pic"/>
          </p:nvPr>
        </p:nvSpPr>
        <p:spPr>
          <a:xfrm>
            <a:off x="1023001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quares">
  <p:cSld name="Four Square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183234" y="762075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183234" y="2814713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3" type="body"/>
          </p:nvPr>
        </p:nvSpPr>
        <p:spPr>
          <a:xfrm>
            <a:off x="4871037" y="762075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4" type="body"/>
          </p:nvPr>
        </p:nvSpPr>
        <p:spPr>
          <a:xfrm>
            <a:off x="4871037" y="2814713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8" name="Google Shape;78;p16"/>
          <p:cNvSpPr/>
          <p:nvPr>
            <p:ph idx="5" type="body"/>
          </p:nvPr>
        </p:nvSpPr>
        <p:spPr>
          <a:xfrm>
            <a:off x="183234" y="600075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9" name="Google Shape;79;p16"/>
          <p:cNvSpPr/>
          <p:nvPr>
            <p:ph idx="6" type="body"/>
          </p:nvPr>
        </p:nvSpPr>
        <p:spPr>
          <a:xfrm>
            <a:off x="183233" y="2652713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80" name="Google Shape;80;p16"/>
          <p:cNvSpPr/>
          <p:nvPr>
            <p:ph idx="7" type="body"/>
          </p:nvPr>
        </p:nvSpPr>
        <p:spPr>
          <a:xfrm>
            <a:off x="4871035" y="600075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81" name="Google Shape;81;p16"/>
          <p:cNvSpPr/>
          <p:nvPr>
            <p:ph idx="8" type="body"/>
          </p:nvPr>
        </p:nvSpPr>
        <p:spPr>
          <a:xfrm>
            <a:off x="4871034" y="2652713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15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1">
  <p:cSld name="Team 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>
            <p:ph idx="2" type="pic"/>
          </p:nvPr>
        </p:nvSpPr>
        <p:spPr>
          <a:xfrm>
            <a:off x="2927994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5" name="Google Shape;85;p17"/>
          <p:cNvSpPr/>
          <p:nvPr>
            <p:ph idx="3" type="pic"/>
          </p:nvPr>
        </p:nvSpPr>
        <p:spPr>
          <a:xfrm>
            <a:off x="4832990" y="1965992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6" name="Google Shape;86;p17"/>
          <p:cNvSpPr/>
          <p:nvPr>
            <p:ph idx="4" type="pic"/>
          </p:nvPr>
        </p:nvSpPr>
        <p:spPr>
          <a:xfrm>
            <a:off x="6737984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7" name="Google Shape;87;p17"/>
          <p:cNvSpPr/>
          <p:nvPr>
            <p:ph idx="5" type="pic"/>
          </p:nvPr>
        </p:nvSpPr>
        <p:spPr>
          <a:xfrm>
            <a:off x="1023001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6">
  <p:cSld name="Container 6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>
            <p:ph idx="2" type="pic"/>
          </p:nvPr>
        </p:nvSpPr>
        <p:spPr>
          <a:xfrm>
            <a:off x="1007269" y="870347"/>
            <a:ext cx="3564600" cy="3483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7">
  <p:cSld name="Container 7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/>
          <p:nvPr>
            <p:ph idx="2" type="pic"/>
          </p:nvPr>
        </p:nvSpPr>
        <p:spPr>
          <a:xfrm>
            <a:off x="0" y="0"/>
            <a:ext cx="522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0">
  <p:cSld name="Container 10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ll XPS 13">
  <p:cSld name="Dell XPS 1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/>
          <p:nvPr>
            <p:ph idx="2" type="pic"/>
          </p:nvPr>
        </p:nvSpPr>
        <p:spPr>
          <a:xfrm>
            <a:off x="4238626" y="1035334"/>
            <a:ext cx="4905300" cy="27609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">
  <p:cSld name="Container 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/>
          <p:nvPr>
            <p:ph idx="2" type="pic"/>
          </p:nvPr>
        </p:nvSpPr>
        <p:spPr>
          <a:xfrm>
            <a:off x="1017984" y="1750218"/>
            <a:ext cx="7118700" cy="27933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94564" y="2085975"/>
            <a:ext cx="1262931" cy="78913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1.1">
  <p:cSld name="Chapter 1.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>
            <p:ph idx="2" type="pic"/>
          </p:nvPr>
        </p:nvSpPr>
        <p:spPr>
          <a:xfrm>
            <a:off x="5004197" y="600074"/>
            <a:ext cx="3564600" cy="3943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1" name="Google Shape;11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nu">
  <p:cSld name="Menu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/>
          <p:nvPr>
            <p:ph idx="2" type="pic"/>
          </p:nvPr>
        </p:nvSpPr>
        <p:spPr>
          <a:xfrm>
            <a:off x="3987404" y="604361"/>
            <a:ext cx="5156700" cy="39348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nu 2">
  <p:cSld name="Menu 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/>
          <p:nvPr>
            <p:ph idx="2" type="pic"/>
          </p:nvPr>
        </p:nvSpPr>
        <p:spPr>
          <a:xfrm>
            <a:off x="2286000" y="2571749"/>
            <a:ext cx="6858000" cy="25719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8">
  <p:cSld name="Container 8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/>
          <p:nvPr>
            <p:ph idx="2" type="pic"/>
          </p:nvPr>
        </p:nvSpPr>
        <p:spPr>
          <a:xfrm>
            <a:off x="367222" y="1670798"/>
            <a:ext cx="1865700" cy="12399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0" name="Google Shape;120;p28"/>
          <p:cNvSpPr/>
          <p:nvPr>
            <p:ph idx="3" type="pic"/>
          </p:nvPr>
        </p:nvSpPr>
        <p:spPr>
          <a:xfrm>
            <a:off x="2548521" y="1670798"/>
            <a:ext cx="1865700" cy="12399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1" name="Google Shape;121;p28"/>
          <p:cNvSpPr/>
          <p:nvPr>
            <p:ph idx="4" type="pic"/>
          </p:nvPr>
        </p:nvSpPr>
        <p:spPr>
          <a:xfrm>
            <a:off x="4729820" y="1670798"/>
            <a:ext cx="1865700" cy="12399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2" name="Google Shape;122;p28"/>
          <p:cNvSpPr/>
          <p:nvPr>
            <p:ph idx="5" type="pic"/>
          </p:nvPr>
        </p:nvSpPr>
        <p:spPr>
          <a:xfrm>
            <a:off x="6911118" y="1670798"/>
            <a:ext cx="1865700" cy="12399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folio 2">
  <p:cSld name="Portfolio 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/>
          <p:nvPr>
            <p:ph idx="2" type="pic"/>
          </p:nvPr>
        </p:nvSpPr>
        <p:spPr>
          <a:xfrm>
            <a:off x="243840" y="1569686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6" name="Google Shape;126;p29"/>
          <p:cNvSpPr/>
          <p:nvPr>
            <p:ph idx="3" type="pic"/>
          </p:nvPr>
        </p:nvSpPr>
        <p:spPr>
          <a:xfrm>
            <a:off x="2011680" y="1569686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7" name="Google Shape;127;p29"/>
          <p:cNvSpPr/>
          <p:nvPr>
            <p:ph idx="4" type="pic"/>
          </p:nvPr>
        </p:nvSpPr>
        <p:spPr>
          <a:xfrm>
            <a:off x="3779520" y="1569686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8" name="Google Shape;128;p29"/>
          <p:cNvSpPr/>
          <p:nvPr>
            <p:ph idx="5" type="pic"/>
          </p:nvPr>
        </p:nvSpPr>
        <p:spPr>
          <a:xfrm>
            <a:off x="5547360" y="1569686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9" name="Google Shape;129;p29"/>
          <p:cNvSpPr/>
          <p:nvPr>
            <p:ph idx="6" type="pic"/>
          </p:nvPr>
        </p:nvSpPr>
        <p:spPr>
          <a:xfrm>
            <a:off x="7315200" y="1569686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0" name="Google Shape;130;p29"/>
          <p:cNvSpPr/>
          <p:nvPr>
            <p:ph idx="7" type="pic"/>
          </p:nvPr>
        </p:nvSpPr>
        <p:spPr>
          <a:xfrm>
            <a:off x="243840" y="3323867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1" name="Google Shape;131;p29"/>
          <p:cNvSpPr/>
          <p:nvPr>
            <p:ph idx="8" type="pic"/>
          </p:nvPr>
        </p:nvSpPr>
        <p:spPr>
          <a:xfrm>
            <a:off x="2011680" y="3323867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2" name="Google Shape;132;p29"/>
          <p:cNvSpPr/>
          <p:nvPr>
            <p:ph idx="9" type="pic"/>
          </p:nvPr>
        </p:nvSpPr>
        <p:spPr>
          <a:xfrm>
            <a:off x="3779520" y="3323867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3" name="Google Shape;133;p29"/>
          <p:cNvSpPr/>
          <p:nvPr>
            <p:ph idx="13" type="pic"/>
          </p:nvPr>
        </p:nvSpPr>
        <p:spPr>
          <a:xfrm>
            <a:off x="5547360" y="3323867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4" name="Google Shape;134;p29"/>
          <p:cNvSpPr/>
          <p:nvPr>
            <p:ph idx="14" type="pic"/>
          </p:nvPr>
        </p:nvSpPr>
        <p:spPr>
          <a:xfrm>
            <a:off x="7315200" y="3323867"/>
            <a:ext cx="1287300" cy="1271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243840" y="2409743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5" type="body"/>
          </p:nvPr>
        </p:nvSpPr>
        <p:spPr>
          <a:xfrm>
            <a:off x="243840" y="2736606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6" type="body"/>
          </p:nvPr>
        </p:nvSpPr>
        <p:spPr>
          <a:xfrm>
            <a:off x="2011679" y="2409743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7" type="body"/>
          </p:nvPr>
        </p:nvSpPr>
        <p:spPr>
          <a:xfrm>
            <a:off x="2011680" y="2736606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8" type="body"/>
          </p:nvPr>
        </p:nvSpPr>
        <p:spPr>
          <a:xfrm>
            <a:off x="3779517" y="2409743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9" type="body"/>
          </p:nvPr>
        </p:nvSpPr>
        <p:spPr>
          <a:xfrm>
            <a:off x="3779517" y="2736606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20" type="body"/>
          </p:nvPr>
        </p:nvSpPr>
        <p:spPr>
          <a:xfrm>
            <a:off x="5547352" y="2409743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21" type="body"/>
          </p:nvPr>
        </p:nvSpPr>
        <p:spPr>
          <a:xfrm>
            <a:off x="5547353" y="2736606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22" type="body"/>
          </p:nvPr>
        </p:nvSpPr>
        <p:spPr>
          <a:xfrm>
            <a:off x="7315190" y="2409743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23" type="body"/>
          </p:nvPr>
        </p:nvSpPr>
        <p:spPr>
          <a:xfrm>
            <a:off x="7315190" y="2736606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5" name="Google Shape;145;p29"/>
          <p:cNvSpPr txBox="1"/>
          <p:nvPr>
            <p:ph idx="24" type="body"/>
          </p:nvPr>
        </p:nvSpPr>
        <p:spPr>
          <a:xfrm>
            <a:off x="243840" y="4163924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25" type="body"/>
          </p:nvPr>
        </p:nvSpPr>
        <p:spPr>
          <a:xfrm>
            <a:off x="243840" y="4490788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6" type="body"/>
          </p:nvPr>
        </p:nvSpPr>
        <p:spPr>
          <a:xfrm>
            <a:off x="2011679" y="4163924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27" type="body"/>
          </p:nvPr>
        </p:nvSpPr>
        <p:spPr>
          <a:xfrm>
            <a:off x="2011680" y="4490788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28" type="body"/>
          </p:nvPr>
        </p:nvSpPr>
        <p:spPr>
          <a:xfrm>
            <a:off x="3779517" y="4163924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29" type="body"/>
          </p:nvPr>
        </p:nvSpPr>
        <p:spPr>
          <a:xfrm>
            <a:off x="3779517" y="4490788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30" type="body"/>
          </p:nvPr>
        </p:nvSpPr>
        <p:spPr>
          <a:xfrm>
            <a:off x="5547352" y="4163924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31" type="body"/>
          </p:nvPr>
        </p:nvSpPr>
        <p:spPr>
          <a:xfrm>
            <a:off x="5547353" y="4490788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53" name="Google Shape;153;p29"/>
          <p:cNvSpPr txBox="1"/>
          <p:nvPr>
            <p:ph idx="32" type="body"/>
          </p:nvPr>
        </p:nvSpPr>
        <p:spPr>
          <a:xfrm>
            <a:off x="7315190" y="4163924"/>
            <a:ext cx="15849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33" type="body"/>
          </p:nvPr>
        </p:nvSpPr>
        <p:spPr>
          <a:xfrm>
            <a:off x="7315190" y="4490788"/>
            <a:ext cx="34200" cy="24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folio 1">
  <p:cSld name="Porfolio 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>
            <p:ph idx="2" type="pic"/>
          </p:nvPr>
        </p:nvSpPr>
        <p:spPr>
          <a:xfrm>
            <a:off x="812482" y="1526144"/>
            <a:ext cx="3626700" cy="1565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58" name="Google Shape;158;p30"/>
          <p:cNvSpPr/>
          <p:nvPr>
            <p:ph idx="3" type="pic"/>
          </p:nvPr>
        </p:nvSpPr>
        <p:spPr>
          <a:xfrm>
            <a:off x="4697385" y="1526144"/>
            <a:ext cx="3634200" cy="1565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59" name="Google Shape;159;p30"/>
          <p:cNvSpPr/>
          <p:nvPr>
            <p:ph idx="4" type="pic"/>
          </p:nvPr>
        </p:nvSpPr>
        <p:spPr>
          <a:xfrm>
            <a:off x="4697385" y="3347000"/>
            <a:ext cx="3634200" cy="1565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60" name="Google Shape;160;p30"/>
          <p:cNvSpPr/>
          <p:nvPr>
            <p:ph idx="5" type="pic"/>
          </p:nvPr>
        </p:nvSpPr>
        <p:spPr>
          <a:xfrm>
            <a:off x="812482" y="3347000"/>
            <a:ext cx="3626700" cy="1565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812482" y="2366201"/>
            <a:ext cx="36267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311600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6" type="body"/>
          </p:nvPr>
        </p:nvSpPr>
        <p:spPr>
          <a:xfrm>
            <a:off x="812482" y="2656190"/>
            <a:ext cx="40200" cy="29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7" type="body"/>
          </p:nvPr>
        </p:nvSpPr>
        <p:spPr>
          <a:xfrm>
            <a:off x="4697385" y="2366201"/>
            <a:ext cx="36267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311600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64" name="Google Shape;164;p30"/>
          <p:cNvSpPr txBox="1"/>
          <p:nvPr>
            <p:ph idx="8" type="body"/>
          </p:nvPr>
        </p:nvSpPr>
        <p:spPr>
          <a:xfrm>
            <a:off x="4697385" y="2656190"/>
            <a:ext cx="40200" cy="29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9" type="body"/>
          </p:nvPr>
        </p:nvSpPr>
        <p:spPr>
          <a:xfrm>
            <a:off x="812482" y="4187057"/>
            <a:ext cx="36267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311600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66" name="Google Shape;166;p30"/>
          <p:cNvSpPr txBox="1"/>
          <p:nvPr>
            <p:ph idx="13" type="body"/>
          </p:nvPr>
        </p:nvSpPr>
        <p:spPr>
          <a:xfrm>
            <a:off x="812482" y="4477047"/>
            <a:ext cx="40200" cy="29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67" name="Google Shape;167;p30"/>
          <p:cNvSpPr txBox="1"/>
          <p:nvPr>
            <p:ph idx="14" type="body"/>
          </p:nvPr>
        </p:nvSpPr>
        <p:spPr>
          <a:xfrm>
            <a:off x="4697385" y="4187057"/>
            <a:ext cx="3626700" cy="725100"/>
          </a:xfrm>
          <a:prstGeom prst="rect">
            <a:avLst/>
          </a:prstGeom>
          <a:gradFill>
            <a:gsLst>
              <a:gs pos="0">
                <a:srgbClr val="1D1D1D">
                  <a:alpha val="0"/>
                </a:srgbClr>
              </a:gs>
              <a:gs pos="6000">
                <a:srgbClr val="1D1D1D">
                  <a:alpha val="0"/>
                </a:srgbClr>
              </a:gs>
              <a:gs pos="64000">
                <a:srgbClr val="1D1D1D">
                  <a:alpha val="71764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b" bIns="218125" lIns="311600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5" type="body"/>
          </p:nvPr>
        </p:nvSpPr>
        <p:spPr>
          <a:xfrm>
            <a:off x="4697385" y="4477047"/>
            <a:ext cx="40200" cy="29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218125" lIns="218125" spcFirstLastPara="1" rIns="79125" wrap="square" tIns="395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b="0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69" name="Google Shape;16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key">
  <p:cSld name="Boke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/>
          <p:nvPr>
            <p:ph idx="2" type="pic"/>
          </p:nvPr>
        </p:nvSpPr>
        <p:spPr>
          <a:xfrm>
            <a:off x="1007269" y="600074"/>
            <a:ext cx="2240100" cy="2731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72" name="Google Shape;172;p31"/>
          <p:cNvSpPr/>
          <p:nvPr>
            <p:ph idx="3" type="pic"/>
          </p:nvPr>
        </p:nvSpPr>
        <p:spPr>
          <a:xfrm>
            <a:off x="3426138" y="600074"/>
            <a:ext cx="2240100" cy="2731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73" name="Google Shape;173;p31"/>
          <p:cNvSpPr/>
          <p:nvPr>
            <p:ph idx="4" type="pic"/>
          </p:nvPr>
        </p:nvSpPr>
        <p:spPr>
          <a:xfrm>
            <a:off x="5845009" y="600074"/>
            <a:ext cx="2291700" cy="2731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s - 6 Collage">
  <p:cSld name="Pictures - 6 Collage">
    <p:bg>
      <p:bgPr>
        <a:solidFill>
          <a:srgbClr val="F7F7F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/>
          <p:nvPr>
            <p:ph idx="2" type="pic"/>
          </p:nvPr>
        </p:nvSpPr>
        <p:spPr>
          <a:xfrm>
            <a:off x="0" y="0"/>
            <a:ext cx="304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77" name="Google Shape;177;p32"/>
          <p:cNvSpPr/>
          <p:nvPr>
            <p:ph idx="3" type="pic"/>
          </p:nvPr>
        </p:nvSpPr>
        <p:spPr>
          <a:xfrm>
            <a:off x="3048000" y="0"/>
            <a:ext cx="304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78" name="Google Shape;178;p32"/>
          <p:cNvSpPr/>
          <p:nvPr>
            <p:ph idx="4" type="pic"/>
          </p:nvPr>
        </p:nvSpPr>
        <p:spPr>
          <a:xfrm>
            <a:off x="6096000" y="0"/>
            <a:ext cx="304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79" name="Google Shape;179;p32"/>
          <p:cNvSpPr/>
          <p:nvPr>
            <p:ph idx="5" type="pic"/>
          </p:nvPr>
        </p:nvSpPr>
        <p:spPr>
          <a:xfrm>
            <a:off x="6096000" y="2571750"/>
            <a:ext cx="304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80" name="Google Shape;180;p32"/>
          <p:cNvSpPr/>
          <p:nvPr>
            <p:ph idx="6" type="pic"/>
          </p:nvPr>
        </p:nvSpPr>
        <p:spPr>
          <a:xfrm>
            <a:off x="3048000" y="2571750"/>
            <a:ext cx="304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81" name="Google Shape;181;p32"/>
          <p:cNvSpPr/>
          <p:nvPr>
            <p:ph idx="7" type="pic"/>
          </p:nvPr>
        </p:nvSpPr>
        <p:spPr>
          <a:xfrm>
            <a:off x="0" y="2571750"/>
            <a:ext cx="304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82" name="Google Shape;182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3">
  <p:cSld name="Container 3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4">
  <p:cSld name="Container 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88" name="Google Shape;18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2">
  <p:cSld name="Container 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/>
          <p:nvPr>
            <p:ph idx="2" type="pic"/>
          </p:nvPr>
        </p:nvSpPr>
        <p:spPr>
          <a:xfrm>
            <a:off x="5787196" y="0"/>
            <a:ext cx="3356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91" name="Google Shape;191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od morning">
  <p:cSld name="Good morning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/>
          <p:nvPr>
            <p:ph idx="2" type="pic"/>
          </p:nvPr>
        </p:nvSpPr>
        <p:spPr>
          <a:xfrm>
            <a:off x="1007269" y="600074"/>
            <a:ext cx="3246600" cy="32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94" name="Google Shape;19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5">
  <p:cSld name="Container 5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/>
          <p:nvPr>
            <p:ph idx="2" type="pic"/>
          </p:nvPr>
        </p:nvSpPr>
        <p:spPr>
          <a:xfrm>
            <a:off x="320346" y="414338"/>
            <a:ext cx="6510000" cy="43149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97" name="Google Shape;19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9">
  <p:cSld name="Container 9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/>
          <p:nvPr>
            <p:ph idx="2" type="pic"/>
          </p:nvPr>
        </p:nvSpPr>
        <p:spPr>
          <a:xfrm>
            <a:off x="6468035" y="0"/>
            <a:ext cx="2676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00" name="Google Shape;20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1">
  <p:cSld name="Container 1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/>
          <p:nvPr>
            <p:ph idx="2" type="pic"/>
          </p:nvPr>
        </p:nvSpPr>
        <p:spPr>
          <a:xfrm>
            <a:off x="108387" y="106417"/>
            <a:ext cx="2895900" cy="2719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03" name="Google Shape;203;p39"/>
          <p:cNvSpPr/>
          <p:nvPr>
            <p:ph idx="3" type="pic"/>
          </p:nvPr>
        </p:nvSpPr>
        <p:spPr>
          <a:xfrm>
            <a:off x="3124059" y="106417"/>
            <a:ext cx="2895900" cy="2719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04" name="Google Shape;204;p39"/>
          <p:cNvSpPr/>
          <p:nvPr>
            <p:ph idx="4" type="pic"/>
          </p:nvPr>
        </p:nvSpPr>
        <p:spPr>
          <a:xfrm>
            <a:off x="6139732" y="106417"/>
            <a:ext cx="2895900" cy="2719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05" name="Google Shape;205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2">
  <p:cSld name="Team 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/>
          <p:nvPr>
            <p:ph idx="2" type="pic"/>
          </p:nvPr>
        </p:nvSpPr>
        <p:spPr>
          <a:xfrm>
            <a:off x="1025816" y="1760219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08" name="Google Shape;208;p40"/>
          <p:cNvSpPr/>
          <p:nvPr>
            <p:ph idx="3" type="pic"/>
          </p:nvPr>
        </p:nvSpPr>
        <p:spPr>
          <a:xfrm>
            <a:off x="3582328" y="1760219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09" name="Google Shape;209;p40"/>
          <p:cNvSpPr/>
          <p:nvPr>
            <p:ph idx="4" type="pic"/>
          </p:nvPr>
        </p:nvSpPr>
        <p:spPr>
          <a:xfrm>
            <a:off x="6142648" y="1760219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0" name="Google Shape;210;p40"/>
          <p:cNvSpPr/>
          <p:nvPr>
            <p:ph idx="5" type="pic"/>
          </p:nvPr>
        </p:nvSpPr>
        <p:spPr>
          <a:xfrm>
            <a:off x="1025816" y="2732812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1" name="Google Shape;211;p40"/>
          <p:cNvSpPr/>
          <p:nvPr>
            <p:ph idx="6" type="pic"/>
          </p:nvPr>
        </p:nvSpPr>
        <p:spPr>
          <a:xfrm>
            <a:off x="3582328" y="2732812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2" name="Google Shape;212;p40"/>
          <p:cNvSpPr/>
          <p:nvPr>
            <p:ph idx="7" type="pic"/>
          </p:nvPr>
        </p:nvSpPr>
        <p:spPr>
          <a:xfrm>
            <a:off x="6142648" y="2732812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3" name="Google Shape;213;p40"/>
          <p:cNvSpPr/>
          <p:nvPr>
            <p:ph idx="8" type="pic"/>
          </p:nvPr>
        </p:nvSpPr>
        <p:spPr>
          <a:xfrm>
            <a:off x="1025816" y="3746256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4" name="Google Shape;214;p40"/>
          <p:cNvSpPr/>
          <p:nvPr>
            <p:ph idx="9" type="pic"/>
          </p:nvPr>
        </p:nvSpPr>
        <p:spPr>
          <a:xfrm>
            <a:off x="3582328" y="3746256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5" name="Google Shape;215;p40"/>
          <p:cNvSpPr/>
          <p:nvPr>
            <p:ph idx="13" type="pic"/>
          </p:nvPr>
        </p:nvSpPr>
        <p:spPr>
          <a:xfrm>
            <a:off x="6142648" y="3746256"/>
            <a:ext cx="531600" cy="53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6" name="Google Shape;216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3">
  <p:cSld name="Team 3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/>
          <p:nvPr>
            <p:ph idx="2" type="pic"/>
          </p:nvPr>
        </p:nvSpPr>
        <p:spPr>
          <a:xfrm>
            <a:off x="1007629" y="84405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9" name="Google Shape;219;p41"/>
          <p:cNvSpPr/>
          <p:nvPr>
            <p:ph idx="3" type="pic"/>
          </p:nvPr>
        </p:nvSpPr>
        <p:spPr>
          <a:xfrm>
            <a:off x="2837481" y="84405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0" name="Google Shape;220;p41"/>
          <p:cNvSpPr/>
          <p:nvPr>
            <p:ph idx="4" type="pic"/>
          </p:nvPr>
        </p:nvSpPr>
        <p:spPr>
          <a:xfrm>
            <a:off x="4667331" y="84405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1" name="Google Shape;221;p41"/>
          <p:cNvSpPr/>
          <p:nvPr>
            <p:ph idx="5" type="pic"/>
          </p:nvPr>
        </p:nvSpPr>
        <p:spPr>
          <a:xfrm>
            <a:off x="6497182" y="84405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2" name="Google Shape;222;p41"/>
          <p:cNvSpPr/>
          <p:nvPr>
            <p:ph idx="6" type="pic"/>
          </p:nvPr>
        </p:nvSpPr>
        <p:spPr>
          <a:xfrm>
            <a:off x="1007629" y="161723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3" name="Google Shape;223;p41"/>
          <p:cNvSpPr/>
          <p:nvPr>
            <p:ph idx="7" type="pic"/>
          </p:nvPr>
        </p:nvSpPr>
        <p:spPr>
          <a:xfrm>
            <a:off x="2837481" y="161723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4" name="Google Shape;224;p41"/>
          <p:cNvSpPr/>
          <p:nvPr>
            <p:ph idx="8" type="pic"/>
          </p:nvPr>
        </p:nvSpPr>
        <p:spPr>
          <a:xfrm>
            <a:off x="4667331" y="161723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5" name="Google Shape;225;p41"/>
          <p:cNvSpPr/>
          <p:nvPr>
            <p:ph idx="9" type="pic"/>
          </p:nvPr>
        </p:nvSpPr>
        <p:spPr>
          <a:xfrm>
            <a:off x="6497182" y="161723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6" name="Google Shape;226;p41"/>
          <p:cNvSpPr/>
          <p:nvPr>
            <p:ph idx="13" type="pic"/>
          </p:nvPr>
        </p:nvSpPr>
        <p:spPr>
          <a:xfrm>
            <a:off x="1007629" y="240111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7" name="Google Shape;227;p41"/>
          <p:cNvSpPr/>
          <p:nvPr>
            <p:ph idx="14" type="pic"/>
          </p:nvPr>
        </p:nvSpPr>
        <p:spPr>
          <a:xfrm>
            <a:off x="2837481" y="240111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8" name="Google Shape;228;p41"/>
          <p:cNvSpPr/>
          <p:nvPr>
            <p:ph idx="15" type="pic"/>
          </p:nvPr>
        </p:nvSpPr>
        <p:spPr>
          <a:xfrm>
            <a:off x="4667331" y="240111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29" name="Google Shape;229;p41"/>
          <p:cNvSpPr/>
          <p:nvPr>
            <p:ph idx="16" type="pic"/>
          </p:nvPr>
        </p:nvSpPr>
        <p:spPr>
          <a:xfrm>
            <a:off x="6497182" y="240111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0" name="Google Shape;230;p41"/>
          <p:cNvSpPr/>
          <p:nvPr>
            <p:ph idx="17" type="pic"/>
          </p:nvPr>
        </p:nvSpPr>
        <p:spPr>
          <a:xfrm>
            <a:off x="1007629" y="3184993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1" name="Google Shape;231;p41"/>
          <p:cNvSpPr/>
          <p:nvPr>
            <p:ph idx="18" type="pic"/>
          </p:nvPr>
        </p:nvSpPr>
        <p:spPr>
          <a:xfrm>
            <a:off x="2837481" y="3184993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2" name="Google Shape;232;p41"/>
          <p:cNvSpPr/>
          <p:nvPr>
            <p:ph idx="19" type="pic"/>
          </p:nvPr>
        </p:nvSpPr>
        <p:spPr>
          <a:xfrm>
            <a:off x="4667331" y="3184993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3" name="Google Shape;233;p41"/>
          <p:cNvSpPr/>
          <p:nvPr>
            <p:ph idx="20" type="pic"/>
          </p:nvPr>
        </p:nvSpPr>
        <p:spPr>
          <a:xfrm>
            <a:off x="6497182" y="3184993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4" name="Google Shape;234;p41"/>
          <p:cNvSpPr/>
          <p:nvPr>
            <p:ph idx="21" type="pic"/>
          </p:nvPr>
        </p:nvSpPr>
        <p:spPr>
          <a:xfrm>
            <a:off x="1007629" y="395507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5" name="Google Shape;235;p41"/>
          <p:cNvSpPr/>
          <p:nvPr>
            <p:ph idx="22" type="pic"/>
          </p:nvPr>
        </p:nvSpPr>
        <p:spPr>
          <a:xfrm>
            <a:off x="2837481" y="395507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6" name="Google Shape;236;p41"/>
          <p:cNvSpPr/>
          <p:nvPr>
            <p:ph idx="23" type="pic"/>
          </p:nvPr>
        </p:nvSpPr>
        <p:spPr>
          <a:xfrm>
            <a:off x="4667331" y="395507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7" name="Google Shape;237;p41"/>
          <p:cNvSpPr/>
          <p:nvPr>
            <p:ph idx="24" type="pic"/>
          </p:nvPr>
        </p:nvSpPr>
        <p:spPr>
          <a:xfrm>
            <a:off x="6497182" y="3955074"/>
            <a:ext cx="327600" cy="32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">
  <p:cSld name="Team presenta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/>
          <p:nvPr>
            <p:ph idx="2" type="pic"/>
          </p:nvPr>
        </p:nvSpPr>
        <p:spPr>
          <a:xfrm>
            <a:off x="1017985" y="600075"/>
            <a:ext cx="2879400" cy="3943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41" name="Google Shape;241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4">
  <p:cSld name="Team 4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/>
          <p:nvPr>
            <p:ph idx="2" type="pic"/>
          </p:nvPr>
        </p:nvSpPr>
        <p:spPr>
          <a:xfrm>
            <a:off x="1017985" y="1606911"/>
            <a:ext cx="1527300" cy="1948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44" name="Google Shape;244;p43"/>
          <p:cNvSpPr/>
          <p:nvPr>
            <p:ph idx="3" type="pic"/>
          </p:nvPr>
        </p:nvSpPr>
        <p:spPr>
          <a:xfrm>
            <a:off x="2870441" y="1606911"/>
            <a:ext cx="1527300" cy="1948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45" name="Google Shape;245;p43"/>
          <p:cNvSpPr/>
          <p:nvPr>
            <p:ph idx="4" type="pic"/>
          </p:nvPr>
        </p:nvSpPr>
        <p:spPr>
          <a:xfrm>
            <a:off x="4747395" y="1606911"/>
            <a:ext cx="1527300" cy="1948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46" name="Google Shape;246;p43"/>
          <p:cNvSpPr/>
          <p:nvPr>
            <p:ph idx="5" type="pic"/>
          </p:nvPr>
        </p:nvSpPr>
        <p:spPr>
          <a:xfrm>
            <a:off x="6607969" y="1606911"/>
            <a:ext cx="1527300" cy="1948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47" name="Google Shape;24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logos Slide">
  <p:cSld name="8 logos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/>
          <p:nvPr>
            <p:ph idx="1" type="body"/>
          </p:nvPr>
        </p:nvSpPr>
        <p:spPr>
          <a:xfrm>
            <a:off x="1184932" y="1946377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0" name="Google Shape;250;p44"/>
          <p:cNvSpPr txBox="1"/>
          <p:nvPr>
            <p:ph idx="2" type="body"/>
          </p:nvPr>
        </p:nvSpPr>
        <p:spPr>
          <a:xfrm>
            <a:off x="2682994" y="1946377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1" name="Google Shape;251;p44"/>
          <p:cNvSpPr txBox="1"/>
          <p:nvPr>
            <p:ph idx="3" type="body"/>
          </p:nvPr>
        </p:nvSpPr>
        <p:spPr>
          <a:xfrm>
            <a:off x="4181055" y="1946377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2" name="Google Shape;252;p44"/>
          <p:cNvSpPr txBox="1"/>
          <p:nvPr>
            <p:ph idx="4" type="body"/>
          </p:nvPr>
        </p:nvSpPr>
        <p:spPr>
          <a:xfrm>
            <a:off x="5679116" y="1946377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3" name="Google Shape;253;p44"/>
          <p:cNvSpPr txBox="1"/>
          <p:nvPr>
            <p:ph idx="5" type="body"/>
          </p:nvPr>
        </p:nvSpPr>
        <p:spPr>
          <a:xfrm>
            <a:off x="7177178" y="1946377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4" name="Google Shape;254;p44"/>
          <p:cNvSpPr txBox="1"/>
          <p:nvPr>
            <p:ph idx="6" type="body"/>
          </p:nvPr>
        </p:nvSpPr>
        <p:spPr>
          <a:xfrm>
            <a:off x="1184932" y="3408554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7" type="body"/>
          </p:nvPr>
        </p:nvSpPr>
        <p:spPr>
          <a:xfrm>
            <a:off x="2682994" y="3408554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6" name="Google Shape;256;p44"/>
          <p:cNvSpPr txBox="1"/>
          <p:nvPr>
            <p:ph idx="8" type="body"/>
          </p:nvPr>
        </p:nvSpPr>
        <p:spPr>
          <a:xfrm>
            <a:off x="4181055" y="3408554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7" name="Google Shape;257;p44"/>
          <p:cNvSpPr txBox="1"/>
          <p:nvPr>
            <p:ph idx="9" type="body"/>
          </p:nvPr>
        </p:nvSpPr>
        <p:spPr>
          <a:xfrm>
            <a:off x="5679116" y="3408554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8" name="Google Shape;258;p44"/>
          <p:cNvSpPr txBox="1"/>
          <p:nvPr>
            <p:ph idx="13" type="body"/>
          </p:nvPr>
        </p:nvSpPr>
        <p:spPr>
          <a:xfrm>
            <a:off x="7177178" y="3408554"/>
            <a:ext cx="782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59" name="Google Shape;259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logos Slide">
  <p:cSld name="18 logos Slide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idx="1" type="body"/>
          </p:nvPr>
        </p:nvSpPr>
        <p:spPr>
          <a:xfrm>
            <a:off x="1119629" y="1648934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62" name="Google Shape;262;p45"/>
          <p:cNvSpPr txBox="1"/>
          <p:nvPr>
            <p:ph idx="2" type="body"/>
          </p:nvPr>
        </p:nvSpPr>
        <p:spPr>
          <a:xfrm>
            <a:off x="2384191" y="1648934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63" name="Google Shape;263;p45"/>
          <p:cNvSpPr txBox="1"/>
          <p:nvPr>
            <p:ph idx="3" type="body"/>
          </p:nvPr>
        </p:nvSpPr>
        <p:spPr>
          <a:xfrm>
            <a:off x="3648754" y="1648934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4" type="body"/>
          </p:nvPr>
        </p:nvSpPr>
        <p:spPr>
          <a:xfrm>
            <a:off x="4913316" y="1648934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65" name="Google Shape;265;p45"/>
          <p:cNvSpPr txBox="1"/>
          <p:nvPr>
            <p:ph idx="5" type="body"/>
          </p:nvPr>
        </p:nvSpPr>
        <p:spPr>
          <a:xfrm>
            <a:off x="6177878" y="1648934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6" type="body"/>
          </p:nvPr>
        </p:nvSpPr>
        <p:spPr>
          <a:xfrm>
            <a:off x="7442440" y="1648934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67" name="Google Shape;267;p45"/>
          <p:cNvSpPr txBox="1"/>
          <p:nvPr>
            <p:ph idx="7" type="body"/>
          </p:nvPr>
        </p:nvSpPr>
        <p:spPr>
          <a:xfrm>
            <a:off x="1119629" y="2771626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68" name="Google Shape;268;p45"/>
          <p:cNvSpPr txBox="1"/>
          <p:nvPr>
            <p:ph idx="8" type="body"/>
          </p:nvPr>
        </p:nvSpPr>
        <p:spPr>
          <a:xfrm>
            <a:off x="2384191" y="2771626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69" name="Google Shape;269;p45"/>
          <p:cNvSpPr txBox="1"/>
          <p:nvPr>
            <p:ph idx="9" type="body"/>
          </p:nvPr>
        </p:nvSpPr>
        <p:spPr>
          <a:xfrm>
            <a:off x="3648754" y="2771626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0" name="Google Shape;270;p45"/>
          <p:cNvSpPr txBox="1"/>
          <p:nvPr>
            <p:ph idx="13" type="body"/>
          </p:nvPr>
        </p:nvSpPr>
        <p:spPr>
          <a:xfrm>
            <a:off x="4913316" y="2771626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1" name="Google Shape;271;p45"/>
          <p:cNvSpPr txBox="1"/>
          <p:nvPr>
            <p:ph idx="14" type="body"/>
          </p:nvPr>
        </p:nvSpPr>
        <p:spPr>
          <a:xfrm>
            <a:off x="6177878" y="2771626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2" name="Google Shape;272;p45"/>
          <p:cNvSpPr txBox="1"/>
          <p:nvPr>
            <p:ph idx="15" type="body"/>
          </p:nvPr>
        </p:nvSpPr>
        <p:spPr>
          <a:xfrm>
            <a:off x="7442440" y="2771626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3" name="Google Shape;273;p45"/>
          <p:cNvSpPr txBox="1"/>
          <p:nvPr>
            <p:ph idx="16" type="body"/>
          </p:nvPr>
        </p:nvSpPr>
        <p:spPr>
          <a:xfrm>
            <a:off x="1119629" y="3897373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4" name="Google Shape;274;p45"/>
          <p:cNvSpPr txBox="1"/>
          <p:nvPr>
            <p:ph idx="17" type="body"/>
          </p:nvPr>
        </p:nvSpPr>
        <p:spPr>
          <a:xfrm>
            <a:off x="2384191" y="3897373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5" name="Google Shape;275;p45"/>
          <p:cNvSpPr txBox="1"/>
          <p:nvPr>
            <p:ph idx="18" type="body"/>
          </p:nvPr>
        </p:nvSpPr>
        <p:spPr>
          <a:xfrm>
            <a:off x="3648754" y="3897373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6" name="Google Shape;276;p45"/>
          <p:cNvSpPr txBox="1"/>
          <p:nvPr>
            <p:ph idx="19" type="body"/>
          </p:nvPr>
        </p:nvSpPr>
        <p:spPr>
          <a:xfrm>
            <a:off x="4913316" y="3897373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7" name="Google Shape;277;p45"/>
          <p:cNvSpPr txBox="1"/>
          <p:nvPr>
            <p:ph idx="20" type="body"/>
          </p:nvPr>
        </p:nvSpPr>
        <p:spPr>
          <a:xfrm>
            <a:off x="6177878" y="3897373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21" type="body"/>
          </p:nvPr>
        </p:nvSpPr>
        <p:spPr>
          <a:xfrm>
            <a:off x="7442440" y="3897373"/>
            <a:ext cx="581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279" name="Google Shape;27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Phone X">
  <p:cSld name="iPhone X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/>
          <p:nvPr>
            <p:ph idx="2" type="pic"/>
          </p:nvPr>
        </p:nvSpPr>
        <p:spPr>
          <a:xfrm>
            <a:off x="1910361" y="672138"/>
            <a:ext cx="1774500" cy="3854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82" name="Google Shape;282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Phone X Zoom">
  <p:cSld name="iPhone X Zoom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/>
          <p:nvPr>
            <p:ph idx="2" type="pic"/>
          </p:nvPr>
        </p:nvSpPr>
        <p:spPr>
          <a:xfrm>
            <a:off x="827314" y="1151108"/>
            <a:ext cx="2846700" cy="4001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85" name="Google Shape;285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Phone 8">
  <p:cSld name="iPhone 8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"/>
          <p:cNvSpPr/>
          <p:nvPr>
            <p:ph idx="2" type="pic"/>
          </p:nvPr>
        </p:nvSpPr>
        <p:spPr>
          <a:xfrm>
            <a:off x="1965721" y="1097281"/>
            <a:ext cx="1665000" cy="2947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88" name="Google Shape;28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cbook">
  <p:cSld name="Macbook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/>
          <p:nvPr>
            <p:ph idx="2" type="pic"/>
          </p:nvPr>
        </p:nvSpPr>
        <p:spPr>
          <a:xfrm>
            <a:off x="5016137" y="1676400"/>
            <a:ext cx="4127700" cy="34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91" name="Google Shape;291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cbook Zoom">
  <p:cSld name="Macbook Zoom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/>
          <p:nvPr>
            <p:ph idx="2" type="pic"/>
          </p:nvPr>
        </p:nvSpPr>
        <p:spPr>
          <a:xfrm>
            <a:off x="4907280" y="1309254"/>
            <a:ext cx="4246200" cy="26757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94" name="Google Shape;294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Watch 2">
  <p:cSld name="SmartWatch 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1"/>
          <p:cNvSpPr/>
          <p:nvPr>
            <p:ph idx="2" type="pic"/>
          </p:nvPr>
        </p:nvSpPr>
        <p:spPr>
          <a:xfrm>
            <a:off x="5630155" y="1663186"/>
            <a:ext cx="1453800" cy="1817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97" name="Google Shape;29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torola Moto 360">
  <p:cSld name="Motorola Moto 360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/>
          <p:nvPr>
            <p:ph idx="2" type="pic"/>
          </p:nvPr>
        </p:nvSpPr>
        <p:spPr>
          <a:xfrm>
            <a:off x="5323284" y="1607939"/>
            <a:ext cx="1564800" cy="156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00" name="Google Shape;300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sung Galaxy S8">
  <p:cSld name="Samsung Galaxy S8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3"/>
          <p:cNvSpPr/>
          <p:nvPr>
            <p:ph idx="2" type="pic"/>
          </p:nvPr>
        </p:nvSpPr>
        <p:spPr>
          <a:xfrm>
            <a:off x="1920240" y="768668"/>
            <a:ext cx="1751400" cy="3602400"/>
          </a:xfrm>
          <a:prstGeom prst="roundRect">
            <a:avLst>
              <a:gd fmla="val 9054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303" name="Google Shape;303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sung Galaxy S8 Zoom">
  <p:cSld name="Samsung Galaxy S8 Zoom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4"/>
          <p:cNvSpPr/>
          <p:nvPr>
            <p:ph idx="2" type="pic"/>
          </p:nvPr>
        </p:nvSpPr>
        <p:spPr>
          <a:xfrm>
            <a:off x="876300" y="1168718"/>
            <a:ext cx="2900700" cy="3993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06" name="Google Shape;306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Pad Pro">
  <p:cSld name="iPad Pro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5"/>
          <p:cNvSpPr/>
          <p:nvPr>
            <p:ph idx="2" type="pic"/>
          </p:nvPr>
        </p:nvSpPr>
        <p:spPr>
          <a:xfrm>
            <a:off x="1568011" y="943114"/>
            <a:ext cx="2452800" cy="3260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09" name="Google Shape;309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V Sony">
  <p:cSld name="TV Sony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6"/>
          <p:cNvSpPr/>
          <p:nvPr>
            <p:ph idx="2" type="pic"/>
          </p:nvPr>
        </p:nvSpPr>
        <p:spPr>
          <a:xfrm>
            <a:off x="-264319" y="835818"/>
            <a:ext cx="5693700" cy="3209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12" name="Google Shape;312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osition Mockups">
  <p:cSld name="Composition Mockups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7"/>
          <p:cNvSpPr/>
          <p:nvPr>
            <p:ph idx="2" type="pic"/>
          </p:nvPr>
        </p:nvSpPr>
        <p:spPr>
          <a:xfrm>
            <a:off x="5420677" y="1474773"/>
            <a:ext cx="3861600" cy="28887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15" name="Google Shape;315;p57"/>
          <p:cNvSpPr/>
          <p:nvPr>
            <p:ph idx="3" type="pic"/>
          </p:nvPr>
        </p:nvSpPr>
        <p:spPr>
          <a:xfrm>
            <a:off x="1215866" y="3169352"/>
            <a:ext cx="639600" cy="79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16" name="Google Shape;316;p57"/>
          <p:cNvSpPr/>
          <p:nvPr>
            <p:ph idx="4" type="pic"/>
          </p:nvPr>
        </p:nvSpPr>
        <p:spPr>
          <a:xfrm>
            <a:off x="2863702" y="1690693"/>
            <a:ext cx="1262700" cy="27438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17" name="Google Shape;317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2">
  <p:cSld name="Container 12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8"/>
          <p:cNvSpPr/>
          <p:nvPr>
            <p:ph idx="2" type="pic"/>
          </p:nvPr>
        </p:nvSpPr>
        <p:spPr>
          <a:xfrm>
            <a:off x="-1" y="1"/>
            <a:ext cx="4572000" cy="3146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20" name="Google Shape;320;p58"/>
          <p:cNvSpPr/>
          <p:nvPr>
            <p:ph idx="3" type="pic"/>
          </p:nvPr>
        </p:nvSpPr>
        <p:spPr>
          <a:xfrm>
            <a:off x="4571999" y="1"/>
            <a:ext cx="4572000" cy="3146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21" name="Google Shape;321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59"/>
          <p:cNvPicPr preferRelativeResize="0"/>
          <p:nvPr/>
        </p:nvPicPr>
        <p:blipFill rotWithShape="1">
          <a:blip r:embed="rId2">
            <a:alphaModFix/>
          </a:blip>
          <a:srcRect b="0" l="70" r="70" t="0"/>
          <a:stretch/>
        </p:blipFill>
        <p:spPr>
          <a:xfrm>
            <a:off x="0" y="0"/>
            <a:ext cx="7427120" cy="417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2664" y="1191637"/>
            <a:ext cx="1785850" cy="111587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9"/>
          <p:cNvSpPr/>
          <p:nvPr/>
        </p:nvSpPr>
        <p:spPr>
          <a:xfrm>
            <a:off x="2531745" y="2961095"/>
            <a:ext cx="40806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free PowerPoint Template made by Slidor.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59"/>
          <p:cNvGrpSpPr/>
          <p:nvPr/>
        </p:nvGrpSpPr>
        <p:grpSpPr>
          <a:xfrm>
            <a:off x="4913181" y="2472799"/>
            <a:ext cx="637203" cy="131277"/>
            <a:chOff x="-4847749" y="4872506"/>
            <a:chExt cx="3376803" cy="695325"/>
          </a:xfrm>
        </p:grpSpPr>
        <p:sp>
          <p:nvSpPr>
            <p:cNvPr id="327" name="Google Shape;327;p59"/>
            <p:cNvSpPr/>
            <p:nvPr/>
          </p:nvSpPr>
          <p:spPr>
            <a:xfrm>
              <a:off x="-4847749" y="4872506"/>
              <a:ext cx="733425" cy="695325"/>
            </a:xfrm>
            <a:custGeom>
              <a:rect b="b" l="l" r="r" t="t"/>
              <a:pathLst>
                <a:path extrusionOk="0" h="695325" w="733425">
                  <a:moveTo>
                    <a:pt x="727520" y="349758"/>
                  </a:moveTo>
                  <a:lnTo>
                    <a:pt x="728091" y="349472"/>
                  </a:lnTo>
                  <a:lnTo>
                    <a:pt x="650748" y="303276"/>
                  </a:lnTo>
                  <a:lnTo>
                    <a:pt x="161258" y="7144"/>
                  </a:lnTo>
                  <a:lnTo>
                    <a:pt x="11240" y="51530"/>
                  </a:lnTo>
                  <a:lnTo>
                    <a:pt x="505968" y="349282"/>
                  </a:lnTo>
                  <a:lnTo>
                    <a:pt x="7144" y="645605"/>
                  </a:lnTo>
                  <a:lnTo>
                    <a:pt x="161258" y="692372"/>
                  </a:lnTo>
                  <a:lnTo>
                    <a:pt x="270605" y="626174"/>
                  </a:lnTo>
                  <a:lnTo>
                    <a:pt x="650653" y="396240"/>
                  </a:lnTo>
                  <a:lnTo>
                    <a:pt x="728091" y="350139"/>
                  </a:lnTo>
                  <a:lnTo>
                    <a:pt x="727520" y="349758"/>
                  </a:lnTo>
                  <a:close/>
                </a:path>
              </a:pathLst>
            </a:custGeom>
            <a:solidFill>
              <a:srgbClr val="F04C3B"/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8" name="Google Shape;328;p59"/>
            <p:cNvSpPr/>
            <p:nvPr/>
          </p:nvSpPr>
          <p:spPr>
            <a:xfrm>
              <a:off x="-4462177" y="5214930"/>
              <a:ext cx="238125" cy="142875"/>
            </a:xfrm>
            <a:custGeom>
              <a:rect b="b" l="l" r="r" t="t"/>
              <a:pathLst>
                <a:path extrusionOk="0" h="142875" w="238125">
                  <a:moveTo>
                    <a:pt x="120777" y="7144"/>
                  </a:moveTo>
                  <a:lnTo>
                    <a:pt x="231648" y="73819"/>
                  </a:lnTo>
                  <a:lnTo>
                    <a:pt x="120682" y="141256"/>
                  </a:lnTo>
                  <a:lnTo>
                    <a:pt x="7144" y="74200"/>
                  </a:lnTo>
                  <a:lnTo>
                    <a:pt x="120777" y="7144"/>
                  </a:lnTo>
                  <a:close/>
                </a:path>
              </a:pathLst>
            </a:custGeom>
            <a:solidFill>
              <a:srgbClr val="010101">
                <a:alpha val="23920"/>
              </a:srgbClr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9" name="Google Shape;329;p59"/>
            <p:cNvSpPr/>
            <p:nvPr/>
          </p:nvSpPr>
          <p:spPr>
            <a:xfrm>
              <a:off x="-3434715" y="5011381"/>
              <a:ext cx="295275" cy="419100"/>
            </a:xfrm>
            <a:custGeom>
              <a:rect b="b" l="l" r="r" t="t"/>
              <a:pathLst>
                <a:path extrusionOk="0" h="419100" w="295275">
                  <a:moveTo>
                    <a:pt x="7144" y="50483"/>
                  </a:moveTo>
                  <a:lnTo>
                    <a:pt x="78772" y="7144"/>
                  </a:lnTo>
                  <a:lnTo>
                    <a:pt x="78772" y="349472"/>
                  </a:lnTo>
                  <a:lnTo>
                    <a:pt x="292989" y="349472"/>
                  </a:lnTo>
                  <a:lnTo>
                    <a:pt x="292989" y="414623"/>
                  </a:lnTo>
                  <a:lnTo>
                    <a:pt x="7239" y="4146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0" name="Google Shape;330;p59"/>
            <p:cNvSpPr/>
            <p:nvPr/>
          </p:nvSpPr>
          <p:spPr>
            <a:xfrm>
              <a:off x="-3041142" y="5011381"/>
              <a:ext cx="85725" cy="419100"/>
            </a:xfrm>
            <a:custGeom>
              <a:rect b="b" l="l" r="r" t="t"/>
              <a:pathLst>
                <a:path extrusionOk="0" h="419100" w="85725">
                  <a:moveTo>
                    <a:pt x="7144" y="51721"/>
                  </a:moveTo>
                  <a:lnTo>
                    <a:pt x="78772" y="7144"/>
                  </a:lnTo>
                  <a:lnTo>
                    <a:pt x="78772" y="414623"/>
                  </a:lnTo>
                  <a:lnTo>
                    <a:pt x="7144" y="4146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1" name="Google Shape;331;p59"/>
            <p:cNvSpPr/>
            <p:nvPr/>
          </p:nvSpPr>
          <p:spPr>
            <a:xfrm>
              <a:off x="-2831592" y="5011365"/>
              <a:ext cx="381000" cy="419100"/>
            </a:xfrm>
            <a:custGeom>
              <a:rect b="b" l="l" r="r" t="t"/>
              <a:pathLst>
                <a:path extrusionOk="0" h="419100" w="381000">
                  <a:moveTo>
                    <a:pt x="7144" y="7160"/>
                  </a:moveTo>
                  <a:lnTo>
                    <a:pt x="159544" y="7160"/>
                  </a:lnTo>
                  <a:cubicBezTo>
                    <a:pt x="189459" y="6817"/>
                    <a:pt x="219175" y="12050"/>
                    <a:pt x="247174" y="22590"/>
                  </a:cubicBezTo>
                  <a:cubicBezTo>
                    <a:pt x="272645" y="32212"/>
                    <a:pt x="295978" y="46743"/>
                    <a:pt x="315849" y="65357"/>
                  </a:cubicBezTo>
                  <a:cubicBezTo>
                    <a:pt x="335007" y="83502"/>
                    <a:pt x="350187" y="105428"/>
                    <a:pt x="360426" y="129746"/>
                  </a:cubicBezTo>
                  <a:cubicBezTo>
                    <a:pt x="371036" y="155075"/>
                    <a:pt x="376383" y="182297"/>
                    <a:pt x="376142" y="209756"/>
                  </a:cubicBezTo>
                  <a:lnTo>
                    <a:pt x="376142" y="210899"/>
                  </a:lnTo>
                  <a:cubicBezTo>
                    <a:pt x="376371" y="238481"/>
                    <a:pt x="371025" y="265825"/>
                    <a:pt x="360426" y="291290"/>
                  </a:cubicBezTo>
                  <a:cubicBezTo>
                    <a:pt x="350257" y="315703"/>
                    <a:pt x="335070" y="337705"/>
                    <a:pt x="315849" y="355870"/>
                  </a:cubicBezTo>
                  <a:cubicBezTo>
                    <a:pt x="295967" y="374540"/>
                    <a:pt x="272642" y="389163"/>
                    <a:pt x="247174" y="398923"/>
                  </a:cubicBezTo>
                  <a:cubicBezTo>
                    <a:pt x="219219" y="409651"/>
                    <a:pt x="189485" y="414983"/>
                    <a:pt x="159544" y="414639"/>
                  </a:cubicBezTo>
                  <a:lnTo>
                    <a:pt x="7144" y="414639"/>
                  </a:lnTo>
                  <a:close/>
                  <a:moveTo>
                    <a:pt x="78391" y="72787"/>
                  </a:moveTo>
                  <a:lnTo>
                    <a:pt x="78391" y="349869"/>
                  </a:lnTo>
                  <a:lnTo>
                    <a:pt x="158687" y="349869"/>
                  </a:lnTo>
                  <a:cubicBezTo>
                    <a:pt x="178551" y="350118"/>
                    <a:pt x="198287" y="346662"/>
                    <a:pt x="216884" y="339677"/>
                  </a:cubicBezTo>
                  <a:cubicBezTo>
                    <a:pt x="233595" y="333409"/>
                    <a:pt x="248788" y="323670"/>
                    <a:pt x="261461" y="311102"/>
                  </a:cubicBezTo>
                  <a:cubicBezTo>
                    <a:pt x="273861" y="298662"/>
                    <a:pt x="283586" y="283816"/>
                    <a:pt x="290036" y="267478"/>
                  </a:cubicBezTo>
                  <a:cubicBezTo>
                    <a:pt x="296973" y="249995"/>
                    <a:pt x="300435" y="231327"/>
                    <a:pt x="300228" y="212518"/>
                  </a:cubicBezTo>
                  <a:lnTo>
                    <a:pt x="300228" y="211280"/>
                  </a:lnTo>
                  <a:cubicBezTo>
                    <a:pt x="300417" y="192381"/>
                    <a:pt x="296957" y="173623"/>
                    <a:pt x="290036" y="156035"/>
                  </a:cubicBezTo>
                  <a:cubicBezTo>
                    <a:pt x="283637" y="139559"/>
                    <a:pt x="273910" y="124578"/>
                    <a:pt x="261461" y="112030"/>
                  </a:cubicBezTo>
                  <a:cubicBezTo>
                    <a:pt x="248705" y="99567"/>
                    <a:pt x="233535" y="89843"/>
                    <a:pt x="216884" y="83455"/>
                  </a:cubicBezTo>
                  <a:cubicBezTo>
                    <a:pt x="198344" y="76236"/>
                    <a:pt x="178581" y="72678"/>
                    <a:pt x="158687" y="729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2" name="Google Shape;332;p59"/>
            <p:cNvSpPr/>
            <p:nvPr/>
          </p:nvSpPr>
          <p:spPr>
            <a:xfrm>
              <a:off x="-2364680" y="5004696"/>
              <a:ext cx="438150" cy="428625"/>
            </a:xfrm>
            <a:custGeom>
              <a:rect b="b" l="l" r="r" t="t"/>
              <a:pathLst>
                <a:path extrusionOk="0" h="428625" w="438150">
                  <a:moveTo>
                    <a:pt x="218983" y="428357"/>
                  </a:moveTo>
                  <a:cubicBezTo>
                    <a:pt x="189583" y="428674"/>
                    <a:pt x="160422" y="423037"/>
                    <a:pt x="133258" y="411783"/>
                  </a:cubicBezTo>
                  <a:cubicBezTo>
                    <a:pt x="108249" y="401324"/>
                    <a:pt x="85580" y="385974"/>
                    <a:pt x="66583" y="366635"/>
                  </a:cubicBezTo>
                  <a:cubicBezTo>
                    <a:pt x="47851" y="347434"/>
                    <a:pt x="33006" y="324794"/>
                    <a:pt x="22864" y="299960"/>
                  </a:cubicBezTo>
                  <a:cubicBezTo>
                    <a:pt x="12325" y="274210"/>
                    <a:pt x="6984" y="246630"/>
                    <a:pt x="7147" y="218807"/>
                  </a:cubicBezTo>
                  <a:lnTo>
                    <a:pt x="7147" y="217569"/>
                  </a:lnTo>
                  <a:cubicBezTo>
                    <a:pt x="6984" y="189746"/>
                    <a:pt x="12325" y="162166"/>
                    <a:pt x="22864" y="136416"/>
                  </a:cubicBezTo>
                  <a:cubicBezTo>
                    <a:pt x="33146" y="111519"/>
                    <a:pt x="48191" y="88870"/>
                    <a:pt x="67155" y="69741"/>
                  </a:cubicBezTo>
                  <a:cubicBezTo>
                    <a:pt x="86504" y="50285"/>
                    <a:pt x="109437" y="34760"/>
                    <a:pt x="134687" y="24021"/>
                  </a:cubicBezTo>
                  <a:cubicBezTo>
                    <a:pt x="161953" y="12523"/>
                    <a:pt x="191300" y="6783"/>
                    <a:pt x="220888" y="7161"/>
                  </a:cubicBezTo>
                  <a:cubicBezTo>
                    <a:pt x="250288" y="6854"/>
                    <a:pt x="279446" y="12492"/>
                    <a:pt x="306613" y="23735"/>
                  </a:cubicBezTo>
                  <a:cubicBezTo>
                    <a:pt x="331611" y="34217"/>
                    <a:pt x="354275" y="49564"/>
                    <a:pt x="373288" y="68883"/>
                  </a:cubicBezTo>
                  <a:cubicBezTo>
                    <a:pt x="392011" y="88073"/>
                    <a:pt x="406827" y="110718"/>
                    <a:pt x="416913" y="135558"/>
                  </a:cubicBezTo>
                  <a:cubicBezTo>
                    <a:pt x="427461" y="161306"/>
                    <a:pt x="432803" y="188888"/>
                    <a:pt x="432629" y="216711"/>
                  </a:cubicBezTo>
                  <a:lnTo>
                    <a:pt x="432629" y="217854"/>
                  </a:lnTo>
                  <a:cubicBezTo>
                    <a:pt x="432803" y="245709"/>
                    <a:pt x="427461" y="273322"/>
                    <a:pt x="416913" y="299103"/>
                  </a:cubicBezTo>
                  <a:cubicBezTo>
                    <a:pt x="406665" y="323995"/>
                    <a:pt x="391652" y="346644"/>
                    <a:pt x="372717" y="365778"/>
                  </a:cubicBezTo>
                  <a:cubicBezTo>
                    <a:pt x="332099" y="406653"/>
                    <a:pt x="276600" y="429244"/>
                    <a:pt x="218983" y="428357"/>
                  </a:cubicBezTo>
                  <a:close/>
                  <a:moveTo>
                    <a:pt x="220222" y="361682"/>
                  </a:moveTo>
                  <a:cubicBezTo>
                    <a:pt x="257610" y="362161"/>
                    <a:pt x="293481" y="346921"/>
                    <a:pt x="319091" y="319677"/>
                  </a:cubicBezTo>
                  <a:cubicBezTo>
                    <a:pt x="331504" y="306517"/>
                    <a:pt x="341213" y="291048"/>
                    <a:pt x="347666" y="274147"/>
                  </a:cubicBezTo>
                  <a:cubicBezTo>
                    <a:pt x="354525" y="256277"/>
                    <a:pt x="357982" y="237281"/>
                    <a:pt x="357858" y="218140"/>
                  </a:cubicBezTo>
                  <a:lnTo>
                    <a:pt x="357858" y="216997"/>
                  </a:lnTo>
                  <a:cubicBezTo>
                    <a:pt x="357948" y="197766"/>
                    <a:pt x="354493" y="178683"/>
                    <a:pt x="347666" y="160704"/>
                  </a:cubicBezTo>
                  <a:cubicBezTo>
                    <a:pt x="334823" y="126287"/>
                    <a:pt x="308712" y="98460"/>
                    <a:pt x="275181" y="83457"/>
                  </a:cubicBezTo>
                  <a:cubicBezTo>
                    <a:pt x="239636" y="68025"/>
                    <a:pt x="199283" y="68025"/>
                    <a:pt x="163738" y="83457"/>
                  </a:cubicBezTo>
                  <a:cubicBezTo>
                    <a:pt x="147300" y="90661"/>
                    <a:pt x="132516" y="101165"/>
                    <a:pt x="120304" y="114318"/>
                  </a:cubicBezTo>
                  <a:cubicBezTo>
                    <a:pt x="107954" y="127634"/>
                    <a:pt x="98256" y="143184"/>
                    <a:pt x="91729" y="160133"/>
                  </a:cubicBezTo>
                  <a:cubicBezTo>
                    <a:pt x="84886" y="178008"/>
                    <a:pt x="81429" y="197000"/>
                    <a:pt x="81537" y="216140"/>
                  </a:cubicBezTo>
                  <a:lnTo>
                    <a:pt x="81538" y="217283"/>
                  </a:lnTo>
                  <a:cubicBezTo>
                    <a:pt x="81421" y="236423"/>
                    <a:pt x="84877" y="255418"/>
                    <a:pt x="91729" y="273290"/>
                  </a:cubicBezTo>
                  <a:cubicBezTo>
                    <a:pt x="98242" y="290331"/>
                    <a:pt x="107940" y="305977"/>
                    <a:pt x="120304" y="319391"/>
                  </a:cubicBezTo>
                  <a:cubicBezTo>
                    <a:pt x="132678" y="332710"/>
                    <a:pt x="147656" y="343344"/>
                    <a:pt x="164310" y="350633"/>
                  </a:cubicBezTo>
                  <a:cubicBezTo>
                    <a:pt x="181946" y="358291"/>
                    <a:pt x="200996" y="362153"/>
                    <a:pt x="220222" y="3619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3" name="Google Shape;333;p59"/>
            <p:cNvSpPr/>
            <p:nvPr/>
          </p:nvSpPr>
          <p:spPr>
            <a:xfrm>
              <a:off x="-1823371" y="5011354"/>
              <a:ext cx="352425" cy="419100"/>
            </a:xfrm>
            <a:custGeom>
              <a:rect b="b" l="l" r="r" t="t"/>
              <a:pathLst>
                <a:path extrusionOk="0" h="419100" w="352425">
                  <a:moveTo>
                    <a:pt x="7144" y="7171"/>
                  </a:moveTo>
                  <a:lnTo>
                    <a:pt x="188786" y="7171"/>
                  </a:lnTo>
                  <a:cubicBezTo>
                    <a:pt x="211939" y="6790"/>
                    <a:pt x="234982" y="10431"/>
                    <a:pt x="256889" y="17934"/>
                  </a:cubicBezTo>
                  <a:cubicBezTo>
                    <a:pt x="275324" y="24344"/>
                    <a:pt x="292201" y="34567"/>
                    <a:pt x="306419" y="47938"/>
                  </a:cubicBezTo>
                  <a:cubicBezTo>
                    <a:pt x="317253" y="59148"/>
                    <a:pt x="325766" y="72387"/>
                    <a:pt x="331470" y="86895"/>
                  </a:cubicBezTo>
                  <a:cubicBezTo>
                    <a:pt x="337403" y="102527"/>
                    <a:pt x="340343" y="119135"/>
                    <a:pt x="340138" y="135854"/>
                  </a:cubicBezTo>
                  <a:lnTo>
                    <a:pt x="340138" y="136997"/>
                  </a:lnTo>
                  <a:cubicBezTo>
                    <a:pt x="341579" y="166333"/>
                    <a:pt x="331921" y="195136"/>
                    <a:pt x="313087" y="217673"/>
                  </a:cubicBezTo>
                  <a:cubicBezTo>
                    <a:pt x="294505" y="238320"/>
                    <a:pt x="270363" y="253169"/>
                    <a:pt x="243554" y="260441"/>
                  </a:cubicBezTo>
                  <a:lnTo>
                    <a:pt x="353568" y="414650"/>
                  </a:lnTo>
                  <a:lnTo>
                    <a:pt x="268605" y="414650"/>
                  </a:lnTo>
                  <a:lnTo>
                    <a:pt x="168402" y="272823"/>
                  </a:lnTo>
                  <a:lnTo>
                    <a:pt x="78772" y="272823"/>
                  </a:lnTo>
                  <a:lnTo>
                    <a:pt x="78772" y="414841"/>
                  </a:lnTo>
                  <a:lnTo>
                    <a:pt x="7144" y="414841"/>
                  </a:lnTo>
                  <a:close/>
                  <a:moveTo>
                    <a:pt x="183547" y="209196"/>
                  </a:moveTo>
                  <a:cubicBezTo>
                    <a:pt x="205449" y="210374"/>
                    <a:pt x="227076" y="203873"/>
                    <a:pt x="244698" y="190813"/>
                  </a:cubicBezTo>
                  <a:cubicBezTo>
                    <a:pt x="259749" y="178802"/>
                    <a:pt x="268170" y="160332"/>
                    <a:pt x="267367" y="141093"/>
                  </a:cubicBezTo>
                  <a:lnTo>
                    <a:pt x="267367" y="139949"/>
                  </a:lnTo>
                  <a:cubicBezTo>
                    <a:pt x="268637" y="120559"/>
                    <a:pt x="260394" y="101763"/>
                    <a:pt x="245269" y="89562"/>
                  </a:cubicBezTo>
                  <a:cubicBezTo>
                    <a:pt x="226982" y="77093"/>
                    <a:pt x="205067" y="71061"/>
                    <a:pt x="182975" y="72417"/>
                  </a:cubicBezTo>
                  <a:lnTo>
                    <a:pt x="78772" y="72417"/>
                  </a:lnTo>
                  <a:lnTo>
                    <a:pt x="78772" y="20919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4" name="Google Shape;334;p59"/>
            <p:cNvSpPr/>
            <p:nvPr/>
          </p:nvSpPr>
          <p:spPr>
            <a:xfrm>
              <a:off x="-3862578" y="5009827"/>
              <a:ext cx="323850" cy="428625"/>
            </a:xfrm>
            <a:custGeom>
              <a:rect b="b" l="l" r="r" t="t"/>
              <a:pathLst>
                <a:path extrusionOk="0" h="428625" w="323850">
                  <a:moveTo>
                    <a:pt x="177165" y="425606"/>
                  </a:moveTo>
                  <a:cubicBezTo>
                    <a:pt x="146382" y="425714"/>
                    <a:pt x="115831" y="420294"/>
                    <a:pt x="86963" y="409605"/>
                  </a:cubicBezTo>
                  <a:cubicBezTo>
                    <a:pt x="57459" y="398476"/>
                    <a:pt x="30363" y="381791"/>
                    <a:pt x="7144" y="360455"/>
                  </a:cubicBezTo>
                  <a:lnTo>
                    <a:pt x="68199" y="323784"/>
                  </a:lnTo>
                  <a:cubicBezTo>
                    <a:pt x="68199" y="323784"/>
                    <a:pt x="68199" y="323784"/>
                    <a:pt x="68866" y="323784"/>
                  </a:cubicBezTo>
                  <a:cubicBezTo>
                    <a:pt x="81831" y="333400"/>
                    <a:pt x="95785" y="341606"/>
                    <a:pt x="110490" y="348263"/>
                  </a:cubicBezTo>
                  <a:cubicBezTo>
                    <a:pt x="132050" y="357652"/>
                    <a:pt x="155366" y="362328"/>
                    <a:pt x="178879" y="361980"/>
                  </a:cubicBezTo>
                  <a:cubicBezTo>
                    <a:pt x="197543" y="362973"/>
                    <a:pt x="216035" y="357966"/>
                    <a:pt x="231648" y="347692"/>
                  </a:cubicBezTo>
                  <a:cubicBezTo>
                    <a:pt x="243797" y="339350"/>
                    <a:pt x="250952" y="325470"/>
                    <a:pt x="250698" y="310735"/>
                  </a:cubicBezTo>
                  <a:lnTo>
                    <a:pt x="250698" y="309592"/>
                  </a:lnTo>
                  <a:cubicBezTo>
                    <a:pt x="250847" y="302894"/>
                    <a:pt x="249581" y="296241"/>
                    <a:pt x="246983" y="290066"/>
                  </a:cubicBezTo>
                  <a:cubicBezTo>
                    <a:pt x="243715" y="283760"/>
                    <a:pt x="238938" y="278361"/>
                    <a:pt x="233077" y="274349"/>
                  </a:cubicBezTo>
                  <a:cubicBezTo>
                    <a:pt x="224454" y="268378"/>
                    <a:pt x="215025" y="263663"/>
                    <a:pt x="205073" y="260348"/>
                  </a:cubicBezTo>
                  <a:cubicBezTo>
                    <a:pt x="189931" y="255214"/>
                    <a:pt x="174507" y="250952"/>
                    <a:pt x="158877" y="247584"/>
                  </a:cubicBezTo>
                  <a:cubicBezTo>
                    <a:pt x="139212" y="243167"/>
                    <a:pt x="119865" y="237439"/>
                    <a:pt x="100965" y="230439"/>
                  </a:cubicBezTo>
                  <a:cubicBezTo>
                    <a:pt x="85654" y="224903"/>
                    <a:pt x="71292" y="217031"/>
                    <a:pt x="58388" y="207103"/>
                  </a:cubicBezTo>
                  <a:cubicBezTo>
                    <a:pt x="47128" y="198195"/>
                    <a:pt x="38150" y="186735"/>
                    <a:pt x="32194" y="173670"/>
                  </a:cubicBezTo>
                  <a:cubicBezTo>
                    <a:pt x="25866" y="158610"/>
                    <a:pt x="22814" y="142376"/>
                    <a:pt x="23241" y="126045"/>
                  </a:cubicBezTo>
                  <a:lnTo>
                    <a:pt x="23241" y="124902"/>
                  </a:lnTo>
                  <a:cubicBezTo>
                    <a:pt x="23084" y="108439"/>
                    <a:pt x="26667" y="92155"/>
                    <a:pt x="33719" y="77277"/>
                  </a:cubicBezTo>
                  <a:cubicBezTo>
                    <a:pt x="40464" y="62958"/>
                    <a:pt x="50209" y="50257"/>
                    <a:pt x="62294" y="40034"/>
                  </a:cubicBezTo>
                  <a:cubicBezTo>
                    <a:pt x="75311" y="29275"/>
                    <a:pt x="90240" y="21067"/>
                    <a:pt x="106299" y="15841"/>
                  </a:cubicBezTo>
                  <a:cubicBezTo>
                    <a:pt x="124297" y="9886"/>
                    <a:pt x="143159" y="6957"/>
                    <a:pt x="162116" y="7173"/>
                  </a:cubicBezTo>
                  <a:cubicBezTo>
                    <a:pt x="189566" y="6737"/>
                    <a:pt x="216878" y="11155"/>
                    <a:pt x="242792" y="20222"/>
                  </a:cubicBezTo>
                  <a:cubicBezTo>
                    <a:pt x="267106" y="29234"/>
                    <a:pt x="289812" y="42098"/>
                    <a:pt x="310039" y="58322"/>
                  </a:cubicBezTo>
                  <a:lnTo>
                    <a:pt x="246983" y="96422"/>
                  </a:lnTo>
                  <a:lnTo>
                    <a:pt x="245459" y="95660"/>
                  </a:lnTo>
                  <a:cubicBezTo>
                    <a:pt x="236093" y="90271"/>
                    <a:pt x="226353" y="85560"/>
                    <a:pt x="216313" y="81563"/>
                  </a:cubicBezTo>
                  <a:cubicBezTo>
                    <a:pt x="198720" y="74484"/>
                    <a:pt x="179936" y="70831"/>
                    <a:pt x="160973" y="70800"/>
                  </a:cubicBezTo>
                  <a:cubicBezTo>
                    <a:pt x="143578" y="69748"/>
                    <a:pt x="126344" y="74653"/>
                    <a:pt x="112109" y="84707"/>
                  </a:cubicBezTo>
                  <a:cubicBezTo>
                    <a:pt x="101085" y="92690"/>
                    <a:pt x="94566" y="105481"/>
                    <a:pt x="94583" y="119092"/>
                  </a:cubicBezTo>
                  <a:lnTo>
                    <a:pt x="94583" y="120235"/>
                  </a:lnTo>
                  <a:cubicBezTo>
                    <a:pt x="94474" y="127337"/>
                    <a:pt x="95870" y="134381"/>
                    <a:pt x="98679" y="140904"/>
                  </a:cubicBezTo>
                  <a:cubicBezTo>
                    <a:pt x="102108" y="147641"/>
                    <a:pt x="107354" y="153283"/>
                    <a:pt x="113824" y="157192"/>
                  </a:cubicBezTo>
                  <a:cubicBezTo>
                    <a:pt x="123126" y="162973"/>
                    <a:pt x="133108" y="167580"/>
                    <a:pt x="143542" y="170908"/>
                  </a:cubicBezTo>
                  <a:cubicBezTo>
                    <a:pt x="155924" y="175162"/>
                    <a:pt x="172021" y="179639"/>
                    <a:pt x="191834" y="184338"/>
                  </a:cubicBezTo>
                  <a:cubicBezTo>
                    <a:pt x="211040" y="189079"/>
                    <a:pt x="229909" y="195093"/>
                    <a:pt x="248317" y="202340"/>
                  </a:cubicBezTo>
                  <a:cubicBezTo>
                    <a:pt x="263233" y="208104"/>
                    <a:pt x="277101" y="216277"/>
                    <a:pt x="289369" y="226534"/>
                  </a:cubicBezTo>
                  <a:cubicBezTo>
                    <a:pt x="300024" y="235547"/>
                    <a:pt x="308464" y="246887"/>
                    <a:pt x="314039" y="259681"/>
                  </a:cubicBezTo>
                  <a:cubicBezTo>
                    <a:pt x="319741" y="273604"/>
                    <a:pt x="322529" y="288548"/>
                    <a:pt x="322231" y="303591"/>
                  </a:cubicBezTo>
                  <a:lnTo>
                    <a:pt x="322231" y="304829"/>
                  </a:lnTo>
                  <a:cubicBezTo>
                    <a:pt x="322497" y="322498"/>
                    <a:pt x="318820" y="340005"/>
                    <a:pt x="311467" y="356074"/>
                  </a:cubicBezTo>
                  <a:cubicBezTo>
                    <a:pt x="304408" y="370837"/>
                    <a:pt x="294161" y="383850"/>
                    <a:pt x="281464" y="394174"/>
                  </a:cubicBezTo>
                  <a:cubicBezTo>
                    <a:pt x="267913" y="404717"/>
                    <a:pt x="252453" y="412544"/>
                    <a:pt x="235934" y="417224"/>
                  </a:cubicBezTo>
                  <a:cubicBezTo>
                    <a:pt x="216857" y="422865"/>
                    <a:pt x="197058" y="425688"/>
                    <a:pt x="177165" y="4256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5" name="Google Shape;335;p59"/>
          <p:cNvGrpSpPr/>
          <p:nvPr/>
        </p:nvGrpSpPr>
        <p:grpSpPr>
          <a:xfrm>
            <a:off x="3937634" y="3666005"/>
            <a:ext cx="1268775" cy="318825"/>
            <a:chOff x="7641302" y="5435575"/>
            <a:chExt cx="1691700" cy="425100"/>
          </a:xfrm>
        </p:grpSpPr>
        <p:sp>
          <p:nvSpPr>
            <p:cNvPr id="336" name="Google Shape;336;p59"/>
            <p:cNvSpPr/>
            <p:nvPr/>
          </p:nvSpPr>
          <p:spPr>
            <a:xfrm>
              <a:off x="7641302" y="5435575"/>
              <a:ext cx="1691700" cy="4251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2F2F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218125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fr" sz="100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VISIT US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59"/>
            <p:cNvSpPr/>
            <p:nvPr/>
          </p:nvSpPr>
          <p:spPr>
            <a:xfrm>
              <a:off x="8943182" y="5579170"/>
              <a:ext cx="79343" cy="137684"/>
            </a:xfrm>
            <a:custGeom>
              <a:rect b="b" l="l" r="r" t="t"/>
              <a:pathLst>
                <a:path extrusionOk="0" h="561975" w="323850">
                  <a:moveTo>
                    <a:pt x="33604" y="558660"/>
                  </a:moveTo>
                  <a:lnTo>
                    <a:pt x="7144" y="531257"/>
                  </a:lnTo>
                  <a:lnTo>
                    <a:pt x="268910" y="278511"/>
                  </a:lnTo>
                  <a:lnTo>
                    <a:pt x="7391" y="35033"/>
                  </a:lnTo>
                  <a:lnTo>
                    <a:pt x="33357" y="7144"/>
                  </a:lnTo>
                  <a:lnTo>
                    <a:pt x="324288" y="278016"/>
                  </a:lnTo>
                  <a:lnTo>
                    <a:pt x="33604" y="55866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9550" lIns="79125" spcFirstLastPara="1" rIns="79125" wrap="square" tIns="3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38" name="Google Shape;338;p59">
            <a:hlinkClick r:id="rId4"/>
          </p:cNvPr>
          <p:cNvSpPr/>
          <p:nvPr/>
        </p:nvSpPr>
        <p:spPr>
          <a:xfrm>
            <a:off x="3905250" y="3633788"/>
            <a:ext cx="1333500" cy="383100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59"/>
          <p:cNvSpPr/>
          <p:nvPr/>
        </p:nvSpPr>
        <p:spPr>
          <a:xfrm>
            <a:off x="4759200" y="2440013"/>
            <a:ext cx="173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1">
  <p:cSld name="Chapter 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0"/>
          <p:cNvSpPr/>
          <p:nvPr>
            <p:ph idx="2" type="pic"/>
          </p:nvPr>
        </p:nvSpPr>
        <p:spPr>
          <a:xfrm>
            <a:off x="5651339" y="828927"/>
            <a:ext cx="2927700" cy="34857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43" name="Google Shape;343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3">
  <p:cSld name="Container 13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1"/>
          <p:cNvSpPr/>
          <p:nvPr>
            <p:ph idx="2" type="pic"/>
          </p:nvPr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46" name="Google Shape;346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Watch">
  <p:cSld name="SmartWatch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2"/>
          <p:cNvSpPr/>
          <p:nvPr>
            <p:ph idx="2" type="pic"/>
          </p:nvPr>
        </p:nvSpPr>
        <p:spPr>
          <a:xfrm>
            <a:off x="1243491" y="1950720"/>
            <a:ext cx="995400" cy="1239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49" name="Google Shape;349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c">
  <p:cSld name="iMac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3"/>
          <p:cNvSpPr/>
          <p:nvPr>
            <p:ph idx="2" type="pic"/>
          </p:nvPr>
        </p:nvSpPr>
        <p:spPr>
          <a:xfrm>
            <a:off x="903923" y="1168909"/>
            <a:ext cx="3513900" cy="1975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52" name="Google Shape;352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quares">
  <p:cSld name="Four Square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60" name="Google Shape;360;p65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1" name="Google Shape;361;p65"/>
          <p:cNvSpPr txBox="1"/>
          <p:nvPr>
            <p:ph idx="1" type="body"/>
          </p:nvPr>
        </p:nvSpPr>
        <p:spPr>
          <a:xfrm>
            <a:off x="183234" y="762075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2" name="Google Shape;362;p65"/>
          <p:cNvSpPr txBox="1"/>
          <p:nvPr>
            <p:ph idx="2" type="body"/>
          </p:nvPr>
        </p:nvSpPr>
        <p:spPr>
          <a:xfrm>
            <a:off x="183234" y="2814713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3" name="Google Shape;363;p65"/>
          <p:cNvSpPr txBox="1"/>
          <p:nvPr>
            <p:ph idx="3" type="body"/>
          </p:nvPr>
        </p:nvSpPr>
        <p:spPr>
          <a:xfrm>
            <a:off x="4871037" y="762075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4" name="Google Shape;364;p65"/>
          <p:cNvSpPr txBox="1"/>
          <p:nvPr>
            <p:ph idx="4" type="body"/>
          </p:nvPr>
        </p:nvSpPr>
        <p:spPr>
          <a:xfrm>
            <a:off x="4871037" y="2814713"/>
            <a:ext cx="40899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5" name="Google Shape;365;p65"/>
          <p:cNvSpPr/>
          <p:nvPr>
            <p:ph idx="5" type="body"/>
          </p:nvPr>
        </p:nvSpPr>
        <p:spPr>
          <a:xfrm>
            <a:off x="183234" y="600075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6" name="Google Shape;366;p65"/>
          <p:cNvSpPr/>
          <p:nvPr>
            <p:ph idx="6" type="body"/>
          </p:nvPr>
        </p:nvSpPr>
        <p:spPr>
          <a:xfrm>
            <a:off x="183233" y="2652713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7" name="Google Shape;367;p65"/>
          <p:cNvSpPr/>
          <p:nvPr>
            <p:ph idx="7" type="body"/>
          </p:nvPr>
        </p:nvSpPr>
        <p:spPr>
          <a:xfrm>
            <a:off x="4871035" y="600075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8" name="Google Shape;368;p65"/>
          <p:cNvSpPr/>
          <p:nvPr>
            <p:ph idx="8" type="body"/>
          </p:nvPr>
        </p:nvSpPr>
        <p:spPr>
          <a:xfrm>
            <a:off x="4871034" y="2652713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69" name="Google Shape;369;p65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15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7">
  <p:cSld name="Container 7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6"/>
          <p:cNvSpPr/>
          <p:nvPr>
            <p:ph idx="2" type="pic"/>
          </p:nvPr>
        </p:nvSpPr>
        <p:spPr>
          <a:xfrm>
            <a:off x="0" y="0"/>
            <a:ext cx="522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72" name="Google Shape;372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Tahoma"/>
              <a:buNone/>
              <a:defRPr b="0" i="0" sz="22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5" name="Google Shape;375;p67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6" name="Google Shape;376;p67"/>
          <p:cNvSpPr txBox="1"/>
          <p:nvPr>
            <p:ph idx="10" type="dt"/>
          </p:nvPr>
        </p:nvSpPr>
        <p:spPr>
          <a:xfrm>
            <a:off x="0" y="0"/>
            <a:ext cx="27702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7" name="Google Shape;377;p67"/>
          <p:cNvSpPr txBox="1"/>
          <p:nvPr>
            <p:ph idx="12" type="sldNum"/>
          </p:nvPr>
        </p:nvSpPr>
        <p:spPr>
          <a:xfrm>
            <a:off x="0" y="0"/>
            <a:ext cx="27702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4205AE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showMasterSp="0">
  <p:cSld name="Cover pag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8"/>
          <p:cNvSpPr txBox="1"/>
          <p:nvPr>
            <p:ph idx="1" type="body"/>
          </p:nvPr>
        </p:nvSpPr>
        <p:spPr>
          <a:xfrm>
            <a:off x="183644" y="3921900"/>
            <a:ext cx="55185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4167"/>
              </a:buClr>
              <a:buSzPts val="1700"/>
              <a:buNone/>
              <a:defRPr sz="1600"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80" name="Google Shape;380;p68"/>
          <p:cNvSpPr txBox="1"/>
          <p:nvPr>
            <p:ph idx="2" type="body"/>
          </p:nvPr>
        </p:nvSpPr>
        <p:spPr>
          <a:xfrm>
            <a:off x="180575" y="4785996"/>
            <a:ext cx="23268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4067"/>
              </a:buClr>
              <a:buSzPts val="1300"/>
              <a:buNone/>
              <a:defRPr sz="1200">
                <a:solidFill>
                  <a:srgbClr val="23406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81" name="Google Shape;381;p68"/>
          <p:cNvSpPr txBox="1"/>
          <p:nvPr>
            <p:ph idx="3" type="body"/>
          </p:nvPr>
        </p:nvSpPr>
        <p:spPr>
          <a:xfrm>
            <a:off x="180575" y="4214760"/>
            <a:ext cx="55185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4167"/>
              </a:buClr>
              <a:buSzPts val="1700"/>
              <a:buNone/>
              <a:defRPr sz="1600"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82" name="Google Shape;382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>
                <a:solidFill>
                  <a:srgbClr val="23416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9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85" name="Google Shape;385;p69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6" name="Google Shape;386;p69"/>
          <p:cNvSpPr txBox="1"/>
          <p:nvPr>
            <p:ph idx="1" type="body"/>
          </p:nvPr>
        </p:nvSpPr>
        <p:spPr>
          <a:xfrm>
            <a:off x="183233" y="600075"/>
            <a:ext cx="87774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87" name="Google Shape;387;p69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388" name="Google Shape;388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8698" y="168483"/>
            <a:ext cx="451675" cy="197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15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content">
  <p:cSld name="Title, header and content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0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1" name="Google Shape;391;p70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2" name="Google Shape;392;p70"/>
          <p:cNvSpPr/>
          <p:nvPr>
            <p:ph idx="1" type="body"/>
          </p:nvPr>
        </p:nvSpPr>
        <p:spPr>
          <a:xfrm>
            <a:off x="183234" y="600075"/>
            <a:ext cx="87774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93" name="Google Shape;393;p70"/>
          <p:cNvSpPr txBox="1"/>
          <p:nvPr>
            <p:ph idx="2" type="body"/>
          </p:nvPr>
        </p:nvSpPr>
        <p:spPr>
          <a:xfrm>
            <a:off x="183233" y="762075"/>
            <a:ext cx="87774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94" name="Google Shape;394;p70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15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wo Column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1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7" name="Google Shape;397;p71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8" name="Google Shape;398;p71"/>
          <p:cNvSpPr txBox="1"/>
          <p:nvPr>
            <p:ph idx="1" type="body"/>
          </p:nvPr>
        </p:nvSpPr>
        <p:spPr>
          <a:xfrm>
            <a:off x="183234" y="762075"/>
            <a:ext cx="40899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399" name="Google Shape;399;p71"/>
          <p:cNvSpPr txBox="1"/>
          <p:nvPr>
            <p:ph idx="2" type="body"/>
          </p:nvPr>
        </p:nvSpPr>
        <p:spPr>
          <a:xfrm>
            <a:off x="4871037" y="762075"/>
            <a:ext cx="40899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00" name="Google Shape;400;p71"/>
          <p:cNvSpPr/>
          <p:nvPr>
            <p:ph idx="3" type="body"/>
          </p:nvPr>
        </p:nvSpPr>
        <p:spPr>
          <a:xfrm>
            <a:off x="183234" y="600075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01" name="Google Shape;401;p71"/>
          <p:cNvSpPr/>
          <p:nvPr>
            <p:ph idx="4" type="body"/>
          </p:nvPr>
        </p:nvSpPr>
        <p:spPr>
          <a:xfrm>
            <a:off x="4871037" y="600075"/>
            <a:ext cx="40899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02" name="Google Shape;402;p71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9">
          <p15:clr>
            <a:srgbClr val="FBAE40"/>
          </p15:clr>
        </p15:guide>
        <p15:guide id="2" pos="115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3068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Lines">
  <p:cSld name="Two Line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2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05" name="Google Shape;405;p72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6" name="Google Shape;406;p72"/>
          <p:cNvSpPr txBox="1"/>
          <p:nvPr>
            <p:ph idx="1" type="body"/>
          </p:nvPr>
        </p:nvSpPr>
        <p:spPr>
          <a:xfrm>
            <a:off x="183233" y="762075"/>
            <a:ext cx="87774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07" name="Google Shape;407;p72"/>
          <p:cNvSpPr txBox="1"/>
          <p:nvPr>
            <p:ph idx="2" type="body"/>
          </p:nvPr>
        </p:nvSpPr>
        <p:spPr>
          <a:xfrm>
            <a:off x="183233" y="2814713"/>
            <a:ext cx="87774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08" name="Google Shape;408;p72"/>
          <p:cNvSpPr/>
          <p:nvPr>
            <p:ph idx="3" type="body"/>
          </p:nvPr>
        </p:nvSpPr>
        <p:spPr>
          <a:xfrm>
            <a:off x="183234" y="600075"/>
            <a:ext cx="87774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09" name="Google Shape;409;p72"/>
          <p:cNvSpPr/>
          <p:nvPr>
            <p:ph idx="4" type="body"/>
          </p:nvPr>
        </p:nvSpPr>
        <p:spPr>
          <a:xfrm>
            <a:off x="183233" y="2652713"/>
            <a:ext cx="87774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10" name="Google Shape;410;p72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15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2/3, 1/3)">
  <p:cSld name="Two Columns (2/3, 1/3)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3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3" name="Google Shape;413;p73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73"/>
          <p:cNvSpPr txBox="1"/>
          <p:nvPr>
            <p:ph idx="1" type="body"/>
          </p:nvPr>
        </p:nvSpPr>
        <p:spPr>
          <a:xfrm>
            <a:off x="183233" y="762075"/>
            <a:ext cx="54531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15" name="Google Shape;415;p73"/>
          <p:cNvSpPr txBox="1"/>
          <p:nvPr>
            <p:ph idx="2" type="body"/>
          </p:nvPr>
        </p:nvSpPr>
        <p:spPr>
          <a:xfrm>
            <a:off x="6234280" y="762075"/>
            <a:ext cx="27267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16" name="Google Shape;416;p73"/>
          <p:cNvSpPr/>
          <p:nvPr>
            <p:ph idx="3" type="body"/>
          </p:nvPr>
        </p:nvSpPr>
        <p:spPr>
          <a:xfrm>
            <a:off x="183233" y="600075"/>
            <a:ext cx="54531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17" name="Google Shape;417;p73"/>
          <p:cNvSpPr/>
          <p:nvPr>
            <p:ph idx="4" type="body"/>
          </p:nvPr>
        </p:nvSpPr>
        <p:spPr>
          <a:xfrm>
            <a:off x="6234280" y="600075"/>
            <a:ext cx="27267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18" name="Google Shape;418;p73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15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content 3/4">
  <p:cSld name="Title, header and content 3/4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4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1" name="Google Shape;421;p74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2" name="Google Shape;422;p74"/>
          <p:cNvSpPr txBox="1"/>
          <p:nvPr>
            <p:ph idx="1" type="body"/>
          </p:nvPr>
        </p:nvSpPr>
        <p:spPr>
          <a:xfrm>
            <a:off x="183233" y="600075"/>
            <a:ext cx="14625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23" name="Google Shape;423;p74"/>
          <p:cNvSpPr txBox="1"/>
          <p:nvPr>
            <p:ph idx="2" type="body"/>
          </p:nvPr>
        </p:nvSpPr>
        <p:spPr>
          <a:xfrm>
            <a:off x="2244224" y="762075"/>
            <a:ext cx="67164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24" name="Google Shape;424;p74"/>
          <p:cNvSpPr/>
          <p:nvPr>
            <p:ph idx="3" type="body"/>
          </p:nvPr>
        </p:nvSpPr>
        <p:spPr>
          <a:xfrm>
            <a:off x="2244224" y="600075"/>
            <a:ext cx="67164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25" name="Google Shape;425;p74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9">
          <p15:clr>
            <a:srgbClr val="FBAE40"/>
          </p15:clr>
        </p15:guide>
        <p15:guide id="2" pos="1414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3/4">
  <p:cSld name="Two Columns 3/4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5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8" name="Google Shape;428;p75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9" name="Google Shape;429;p75"/>
          <p:cNvSpPr txBox="1"/>
          <p:nvPr>
            <p:ph idx="1" type="body"/>
          </p:nvPr>
        </p:nvSpPr>
        <p:spPr>
          <a:xfrm>
            <a:off x="183233" y="600075"/>
            <a:ext cx="14625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30" name="Google Shape;430;p75"/>
          <p:cNvSpPr txBox="1"/>
          <p:nvPr>
            <p:ph idx="2" type="body"/>
          </p:nvPr>
        </p:nvSpPr>
        <p:spPr>
          <a:xfrm>
            <a:off x="2244224" y="762075"/>
            <a:ext cx="33246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31" name="Google Shape;431;p75"/>
          <p:cNvSpPr/>
          <p:nvPr>
            <p:ph idx="3" type="body"/>
          </p:nvPr>
        </p:nvSpPr>
        <p:spPr>
          <a:xfrm>
            <a:off x="2244224" y="600075"/>
            <a:ext cx="33246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32" name="Google Shape;432;p75"/>
          <p:cNvSpPr txBox="1"/>
          <p:nvPr>
            <p:ph idx="4" type="body"/>
          </p:nvPr>
        </p:nvSpPr>
        <p:spPr>
          <a:xfrm>
            <a:off x="5636211" y="762075"/>
            <a:ext cx="33246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33" name="Google Shape;433;p75"/>
          <p:cNvSpPr/>
          <p:nvPr>
            <p:ph idx="5" type="body"/>
          </p:nvPr>
        </p:nvSpPr>
        <p:spPr>
          <a:xfrm>
            <a:off x="5636211" y="600075"/>
            <a:ext cx="33246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34" name="Google Shape;434;p75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414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Lines 3/4">
  <p:cSld name="Two Lines 3/4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6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37" name="Google Shape;437;p76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8" name="Google Shape;438;p76"/>
          <p:cNvSpPr txBox="1"/>
          <p:nvPr>
            <p:ph idx="1" type="body"/>
          </p:nvPr>
        </p:nvSpPr>
        <p:spPr>
          <a:xfrm>
            <a:off x="183233" y="600075"/>
            <a:ext cx="14625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39" name="Google Shape;439;p76"/>
          <p:cNvSpPr/>
          <p:nvPr>
            <p:ph idx="2" type="body"/>
          </p:nvPr>
        </p:nvSpPr>
        <p:spPr>
          <a:xfrm>
            <a:off x="2244223" y="600075"/>
            <a:ext cx="67164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0" name="Google Shape;440;p76"/>
          <p:cNvSpPr txBox="1"/>
          <p:nvPr>
            <p:ph idx="3" type="body"/>
          </p:nvPr>
        </p:nvSpPr>
        <p:spPr>
          <a:xfrm>
            <a:off x="2244223" y="762075"/>
            <a:ext cx="67164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1" name="Google Shape;441;p76"/>
          <p:cNvSpPr/>
          <p:nvPr>
            <p:ph idx="4" type="body"/>
          </p:nvPr>
        </p:nvSpPr>
        <p:spPr>
          <a:xfrm>
            <a:off x="2244223" y="2652713"/>
            <a:ext cx="67164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2" name="Google Shape;442;p76"/>
          <p:cNvSpPr txBox="1"/>
          <p:nvPr>
            <p:ph idx="5" type="body"/>
          </p:nvPr>
        </p:nvSpPr>
        <p:spPr>
          <a:xfrm>
            <a:off x="2244223" y="2814713"/>
            <a:ext cx="67164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3" name="Google Shape;443;p76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29">
          <p15:clr>
            <a:srgbClr val="FBAE40"/>
          </p15:clr>
        </p15:guide>
        <p15:guide id="2" pos="1414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4 subcontents">
  <p:cSld name="Title, header and 4 subcontents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7"/>
          <p:cNvSpPr txBox="1"/>
          <p:nvPr>
            <p:ph idx="12" type="sldNum"/>
          </p:nvPr>
        </p:nvSpPr>
        <p:spPr>
          <a:xfrm>
            <a:off x="8428433" y="4906566"/>
            <a:ext cx="5325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46" name="Google Shape;446;p77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7" name="Google Shape;447;p77"/>
          <p:cNvSpPr txBox="1"/>
          <p:nvPr>
            <p:ph idx="1" type="body"/>
          </p:nvPr>
        </p:nvSpPr>
        <p:spPr>
          <a:xfrm>
            <a:off x="183233" y="600075"/>
            <a:ext cx="14625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8" name="Google Shape;448;p77"/>
          <p:cNvSpPr/>
          <p:nvPr>
            <p:ph idx="2" type="body"/>
          </p:nvPr>
        </p:nvSpPr>
        <p:spPr>
          <a:xfrm>
            <a:off x="2244224" y="600075"/>
            <a:ext cx="6716400" cy="162000"/>
          </a:xfrm>
          <a:prstGeom prst="roundRect">
            <a:avLst>
              <a:gd fmla="val 16667" name="adj"/>
            </a:avLst>
          </a:prstGeom>
          <a:solidFill>
            <a:srgbClr val="234167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49" name="Google Shape;449;p77"/>
          <p:cNvSpPr/>
          <p:nvPr>
            <p:ph idx="3" type="body"/>
          </p:nvPr>
        </p:nvSpPr>
        <p:spPr>
          <a:xfrm>
            <a:off x="2244224" y="804600"/>
            <a:ext cx="3324600" cy="163200"/>
          </a:xfrm>
          <a:prstGeom prst="roundRect">
            <a:avLst>
              <a:gd fmla="val 16667" name="adj"/>
            </a:avLst>
          </a:prstGeom>
          <a:solidFill>
            <a:srgbClr val="96B3DB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50" name="Google Shape;450;p77"/>
          <p:cNvSpPr/>
          <p:nvPr>
            <p:ph idx="4" type="body"/>
          </p:nvPr>
        </p:nvSpPr>
        <p:spPr>
          <a:xfrm>
            <a:off x="5636211" y="804600"/>
            <a:ext cx="3324600" cy="163200"/>
          </a:xfrm>
          <a:prstGeom prst="roundRect">
            <a:avLst>
              <a:gd fmla="val 16667" name="adj"/>
            </a:avLst>
          </a:prstGeom>
          <a:solidFill>
            <a:srgbClr val="96B3DB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51" name="Google Shape;451;p77"/>
          <p:cNvSpPr/>
          <p:nvPr>
            <p:ph idx="5" type="body"/>
          </p:nvPr>
        </p:nvSpPr>
        <p:spPr>
          <a:xfrm>
            <a:off x="5636211" y="2652713"/>
            <a:ext cx="3324600" cy="163200"/>
          </a:xfrm>
          <a:prstGeom prst="roundRect">
            <a:avLst>
              <a:gd fmla="val 16667" name="adj"/>
            </a:avLst>
          </a:prstGeom>
          <a:solidFill>
            <a:srgbClr val="96B3DB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52" name="Google Shape;452;p77"/>
          <p:cNvSpPr/>
          <p:nvPr>
            <p:ph idx="6" type="body"/>
          </p:nvPr>
        </p:nvSpPr>
        <p:spPr>
          <a:xfrm>
            <a:off x="2244224" y="2652713"/>
            <a:ext cx="3324600" cy="163200"/>
          </a:xfrm>
          <a:prstGeom prst="roundRect">
            <a:avLst>
              <a:gd fmla="val 16667" name="adj"/>
            </a:avLst>
          </a:prstGeom>
          <a:solidFill>
            <a:srgbClr val="96B3DB"/>
          </a:solidFill>
          <a:ln>
            <a:noFill/>
          </a:ln>
        </p:spPr>
        <p:txBody>
          <a:bodyPr anchorCtr="0" anchor="ctr" bIns="39550" lIns="77900" spcFirstLastPara="1" rIns="77900" wrap="square" tIns="395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53" name="Google Shape;453;p77"/>
          <p:cNvSpPr txBox="1"/>
          <p:nvPr>
            <p:ph idx="7" type="body"/>
          </p:nvPr>
        </p:nvSpPr>
        <p:spPr>
          <a:xfrm>
            <a:off x="2244224" y="1018060"/>
            <a:ext cx="3324600" cy="15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54" name="Google Shape;454;p77"/>
          <p:cNvSpPr txBox="1"/>
          <p:nvPr>
            <p:ph idx="8" type="body"/>
          </p:nvPr>
        </p:nvSpPr>
        <p:spPr>
          <a:xfrm>
            <a:off x="5636211" y="1018060"/>
            <a:ext cx="3324600" cy="15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55" name="Google Shape;455;p77"/>
          <p:cNvSpPr txBox="1"/>
          <p:nvPr>
            <p:ph idx="9" type="body"/>
          </p:nvPr>
        </p:nvSpPr>
        <p:spPr>
          <a:xfrm>
            <a:off x="2244224" y="2865801"/>
            <a:ext cx="33246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56" name="Google Shape;456;p77"/>
          <p:cNvSpPr txBox="1"/>
          <p:nvPr>
            <p:ph idx="13" type="body"/>
          </p:nvPr>
        </p:nvSpPr>
        <p:spPr>
          <a:xfrm>
            <a:off x="5636211" y="2865801"/>
            <a:ext cx="33246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?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✦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457" name="Google Shape;457;p77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9">
          <p15:clr>
            <a:srgbClr val="FBAE40"/>
          </p15:clr>
        </p15:guide>
        <p15:guide id="2" pos="1414">
          <p15:clr>
            <a:srgbClr val="FBAE40"/>
          </p15:clr>
        </p15:guide>
        <p15:guide id="3" pos="5645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269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showMasterSp="0">
  <p:cSld name="Table of contents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8"/>
          <p:cNvSpPr txBox="1"/>
          <p:nvPr/>
        </p:nvSpPr>
        <p:spPr>
          <a:xfrm>
            <a:off x="793320" y="600531"/>
            <a:ext cx="19833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78"/>
          <p:cNvSpPr txBox="1"/>
          <p:nvPr>
            <p:ph idx="11" type="ftr"/>
          </p:nvPr>
        </p:nvSpPr>
        <p:spPr>
          <a:xfrm>
            <a:off x="50664" y="5110032"/>
            <a:ext cx="0" cy="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1" name="Google Shape;461;p78"/>
          <p:cNvSpPr txBox="1"/>
          <p:nvPr>
            <p:ph idx="12" type="sldNum"/>
          </p:nvPr>
        </p:nvSpPr>
        <p:spPr>
          <a:xfrm>
            <a:off x="150399" y="5100434"/>
            <a:ext cx="0" cy="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388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 showMasterSp="0">
  <p:cSld name="Divider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3" name="Google Shape;463;p79"/>
          <p:cNvCxnSpPr/>
          <p:nvPr/>
        </p:nvCxnSpPr>
        <p:spPr>
          <a:xfrm>
            <a:off x="675759" y="2762250"/>
            <a:ext cx="80778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4" name="Google Shape;464;p79"/>
          <p:cNvSpPr txBox="1"/>
          <p:nvPr>
            <p:ph idx="11" type="ftr"/>
          </p:nvPr>
        </p:nvSpPr>
        <p:spPr>
          <a:xfrm>
            <a:off x="33241" y="5103000"/>
            <a:ext cx="0" cy="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9550" lIns="0" spcFirstLastPara="1" rIns="0" wrap="square" tIns="39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5" name="Google Shape;465;p79"/>
          <p:cNvSpPr txBox="1"/>
          <p:nvPr>
            <p:ph idx="12" type="sldNum"/>
          </p:nvPr>
        </p:nvSpPr>
        <p:spPr>
          <a:xfrm>
            <a:off x="33241" y="5103000"/>
            <a:ext cx="0" cy="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9550" lIns="79125" spcFirstLastPara="1" rIns="79125" wrap="square" tIns="395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" showMasterSp="0">
  <p:cSld name="1_Divider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7" name="Google Shape;467;p80"/>
          <p:cNvCxnSpPr/>
          <p:nvPr/>
        </p:nvCxnSpPr>
        <p:spPr>
          <a:xfrm flipH="1" rot="10800000">
            <a:off x="675759" y="1275750"/>
            <a:ext cx="6588900" cy="14865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8" name="Google Shape;468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1">
  <p:cSld name="Team 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1"/>
          <p:cNvSpPr/>
          <p:nvPr>
            <p:ph idx="2" type="pic"/>
          </p:nvPr>
        </p:nvSpPr>
        <p:spPr>
          <a:xfrm>
            <a:off x="2927994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471" name="Google Shape;471;p81"/>
          <p:cNvSpPr/>
          <p:nvPr>
            <p:ph idx="3" type="pic"/>
          </p:nvPr>
        </p:nvSpPr>
        <p:spPr>
          <a:xfrm>
            <a:off x="4832990" y="1965992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472" name="Google Shape;472;p81"/>
          <p:cNvSpPr/>
          <p:nvPr>
            <p:ph idx="4" type="pic"/>
          </p:nvPr>
        </p:nvSpPr>
        <p:spPr>
          <a:xfrm>
            <a:off x="6737984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473" name="Google Shape;473;p81"/>
          <p:cNvSpPr/>
          <p:nvPr>
            <p:ph idx="5" type="pic"/>
          </p:nvPr>
        </p:nvSpPr>
        <p:spPr>
          <a:xfrm>
            <a:off x="1023001" y="1959461"/>
            <a:ext cx="1136400" cy="11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474" name="Google Shape;474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5.xml"/><Relationship Id="rId41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57.xml"/><Relationship Id="rId43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59.xml"/><Relationship Id="rId45" Type="http://schemas.openxmlformats.org/officeDocument/2006/relationships/slideLayout" Target="../slideLayouts/slideLayout58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48" Type="http://schemas.openxmlformats.org/officeDocument/2006/relationships/slideLayout" Target="../slideLayouts/slideLayout61.xml"/><Relationship Id="rId47" Type="http://schemas.openxmlformats.org/officeDocument/2006/relationships/slideLayout" Target="../slideLayouts/slideLayout60.xml"/><Relationship Id="rId49" Type="http://schemas.openxmlformats.org/officeDocument/2006/relationships/theme" Target="../theme/theme4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425450" lvl="0" marL="4572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rial"/>
              <a:buChar char="•"/>
              <a:defRPr b="0" i="0" sz="3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2100" lvl="2" marL="1371600" marR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302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302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302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302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4"/>
          <p:cNvSpPr txBox="1"/>
          <p:nvPr>
            <p:ph type="title"/>
          </p:nvPr>
        </p:nvSpPr>
        <p:spPr>
          <a:xfrm>
            <a:off x="183233" y="209713"/>
            <a:ext cx="8777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5" name="Google Shape;355;p64"/>
          <p:cNvSpPr txBox="1"/>
          <p:nvPr>
            <p:ph idx="1" type="body"/>
          </p:nvPr>
        </p:nvSpPr>
        <p:spPr>
          <a:xfrm>
            <a:off x="206585" y="654537"/>
            <a:ext cx="8777700" cy="4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0" spcFirstLastPara="1" rIns="0" wrap="square" tIns="39550">
            <a:noAutofit/>
          </a:bodyPr>
          <a:lstStyle>
            <a:lvl1pPr indent="-2857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▪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794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🢒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94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-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30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✦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6" name="Google Shape;356;p64"/>
          <p:cNvSpPr txBox="1"/>
          <p:nvPr>
            <p:ph idx="11" type="ftr"/>
          </p:nvPr>
        </p:nvSpPr>
        <p:spPr>
          <a:xfrm>
            <a:off x="948282" y="4906566"/>
            <a:ext cx="3153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7" name="Google Shape;357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hyperlink" Target="mailto:julien.chollet@bohr-energie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82"/>
          <p:cNvPicPr preferRelativeResize="0"/>
          <p:nvPr/>
        </p:nvPicPr>
        <p:blipFill rotWithShape="1">
          <a:blip r:embed="rId3">
            <a:alphaModFix/>
          </a:blip>
          <a:srcRect b="0" l="0" r="50298" t="0"/>
          <a:stretch/>
        </p:blipFill>
        <p:spPr>
          <a:xfrm rot="-5400000">
            <a:off x="1940080" y="-2055644"/>
            <a:ext cx="5164038" cy="927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312" y="972746"/>
            <a:ext cx="2366507" cy="1004937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82"/>
          <p:cNvSpPr txBox="1"/>
          <p:nvPr>
            <p:ph type="title"/>
          </p:nvPr>
        </p:nvSpPr>
        <p:spPr>
          <a:xfrm>
            <a:off x="897680" y="1909896"/>
            <a:ext cx="4977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Poppins"/>
              <a:buNone/>
            </a:pPr>
            <a:r>
              <a:rPr lang="fr" sz="2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Votre </a:t>
            </a:r>
            <a:r>
              <a:rPr lang="fr" sz="2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Agrégateur 3.0</a:t>
            </a:r>
            <a:endParaRPr sz="1400"/>
          </a:p>
        </p:txBody>
      </p:sp>
      <p:sp>
        <p:nvSpPr>
          <p:cNvPr id="483" name="Google Shape;483;p82"/>
          <p:cNvSpPr txBox="1"/>
          <p:nvPr/>
        </p:nvSpPr>
        <p:spPr>
          <a:xfrm>
            <a:off x="288808" y="2371913"/>
            <a:ext cx="82602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Présentation ACC 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 - </a:t>
            </a:r>
            <a:r>
              <a:rPr b="1" lang="fr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Centrale hydroélectrique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Saint-Julien-de-Toursac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3"/>
          <p:cNvSpPr txBox="1"/>
          <p:nvPr>
            <p:ph type="title"/>
          </p:nvPr>
        </p:nvSpPr>
        <p:spPr>
          <a:xfrm>
            <a:off x="504208" y="-1556"/>
            <a:ext cx="64644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1" lang="fr" sz="2600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Structure d’un projet d’ACC</a:t>
            </a:r>
            <a:endParaRPr b="1" sz="2600">
              <a:solidFill>
                <a:srgbClr val="43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9" name="Google Shape;489;p83"/>
          <p:cNvCxnSpPr/>
          <p:nvPr/>
        </p:nvCxnSpPr>
        <p:spPr>
          <a:xfrm>
            <a:off x="491600" y="793300"/>
            <a:ext cx="2033400" cy="10200"/>
          </a:xfrm>
          <a:prstGeom prst="straightConnector1">
            <a:avLst/>
          </a:prstGeom>
          <a:noFill/>
          <a:ln cap="flat" cmpd="sng" w="9525">
            <a:solidFill>
              <a:srgbClr val="6F23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OHR ENERGIE - France Hydro Electricité" id="490" name="Google Shape;49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764" y="203700"/>
            <a:ext cx="947587" cy="40239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83"/>
          <p:cNvSpPr/>
          <p:nvPr/>
        </p:nvSpPr>
        <p:spPr>
          <a:xfrm>
            <a:off x="3534694" y="2252546"/>
            <a:ext cx="1399800" cy="3018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PMO*</a:t>
            </a:r>
            <a:endParaRPr b="1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2" name="Google Shape;492;p83"/>
          <p:cNvSpPr/>
          <p:nvPr/>
        </p:nvSpPr>
        <p:spPr>
          <a:xfrm>
            <a:off x="1787616" y="3687573"/>
            <a:ext cx="1399800" cy="301800"/>
          </a:xfrm>
          <a:prstGeom prst="roundRect">
            <a:avLst>
              <a:gd fmla="val 48617" name="adj"/>
            </a:avLst>
          </a:prstGeom>
          <a:solidFill>
            <a:srgbClr val="4205AE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Producteur</a:t>
            </a:r>
            <a:endParaRPr b="1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83"/>
          <p:cNvSpPr/>
          <p:nvPr/>
        </p:nvSpPr>
        <p:spPr>
          <a:xfrm>
            <a:off x="5132247" y="3687581"/>
            <a:ext cx="1673400" cy="301800"/>
          </a:xfrm>
          <a:prstGeom prst="roundRect">
            <a:avLst>
              <a:gd fmla="val 50000" name="adj"/>
            </a:avLst>
          </a:prstGeom>
          <a:solidFill>
            <a:srgbClr val="FFD300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Consommateurs</a:t>
            </a:r>
            <a:endParaRPr b="1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83"/>
          <p:cNvSpPr/>
          <p:nvPr/>
        </p:nvSpPr>
        <p:spPr>
          <a:xfrm>
            <a:off x="7478212" y="4424672"/>
            <a:ext cx="1399800" cy="3018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Fournisseur habituel</a:t>
            </a:r>
            <a:endParaRPr b="1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5" name="Google Shape;495;p83"/>
          <p:cNvSpPr/>
          <p:nvPr/>
        </p:nvSpPr>
        <p:spPr>
          <a:xfrm>
            <a:off x="3534694" y="1104731"/>
            <a:ext cx="1399800" cy="301800"/>
          </a:xfrm>
          <a:prstGeom prst="roundRect">
            <a:avLst>
              <a:gd fmla="val 50000" name="adj"/>
            </a:avLst>
          </a:prstGeom>
          <a:solidFill>
            <a:srgbClr val="96CD32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Enedis</a:t>
            </a:r>
            <a:endParaRPr b="1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96" name="Google Shape;496;p83"/>
          <p:cNvCxnSpPr>
            <a:stCxn id="491" idx="0"/>
            <a:endCxn id="495" idx="2"/>
          </p:cNvCxnSpPr>
          <p:nvPr/>
        </p:nvCxnSpPr>
        <p:spPr>
          <a:xfrm rot="10800000">
            <a:off x="4234594" y="1406546"/>
            <a:ext cx="0" cy="84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7" name="Google Shape;497;p83"/>
          <p:cNvCxnSpPr>
            <a:stCxn id="493" idx="0"/>
            <a:endCxn id="491" idx="2"/>
          </p:cNvCxnSpPr>
          <p:nvPr/>
        </p:nvCxnSpPr>
        <p:spPr>
          <a:xfrm rot="10800000">
            <a:off x="4234647" y="2554481"/>
            <a:ext cx="1734300" cy="11331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8" name="Google Shape;498;p83"/>
          <p:cNvCxnSpPr>
            <a:stCxn id="494" idx="1"/>
            <a:endCxn id="493" idx="3"/>
          </p:cNvCxnSpPr>
          <p:nvPr/>
        </p:nvCxnSpPr>
        <p:spPr>
          <a:xfrm rot="10800000">
            <a:off x="6805612" y="3838472"/>
            <a:ext cx="672600" cy="7371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9" name="Google Shape;499;p83"/>
          <p:cNvCxnSpPr>
            <a:stCxn id="493" idx="1"/>
            <a:endCxn id="492" idx="3"/>
          </p:cNvCxnSpPr>
          <p:nvPr/>
        </p:nvCxnSpPr>
        <p:spPr>
          <a:xfrm rot="10800000">
            <a:off x="3187347" y="3838481"/>
            <a:ext cx="1944900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00" name="Google Shape;500;p83"/>
          <p:cNvSpPr txBox="1"/>
          <p:nvPr/>
        </p:nvSpPr>
        <p:spPr>
          <a:xfrm>
            <a:off x="3404118" y="3561469"/>
            <a:ext cx="15114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Contrat de vente</a:t>
            </a:r>
            <a:endParaRPr b="0" i="0" sz="1000" u="none" cap="none" strike="noStrik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83"/>
          <p:cNvSpPr txBox="1"/>
          <p:nvPr/>
        </p:nvSpPr>
        <p:spPr>
          <a:xfrm>
            <a:off x="7174328" y="3881888"/>
            <a:ext cx="9504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Contrat de fourniture</a:t>
            </a:r>
            <a:endParaRPr b="0" i="0" sz="1000" u="none" cap="none" strike="noStrik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2" name="Google Shape;502;p83"/>
          <p:cNvSpPr txBox="1"/>
          <p:nvPr/>
        </p:nvSpPr>
        <p:spPr>
          <a:xfrm>
            <a:off x="2525010" y="2925731"/>
            <a:ext cx="8064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Adhère</a:t>
            </a:r>
            <a:endParaRPr b="0" i="0" sz="1000" u="none" cap="none" strike="noStrik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3" name="Google Shape;503;p83"/>
          <p:cNvSpPr txBox="1"/>
          <p:nvPr/>
        </p:nvSpPr>
        <p:spPr>
          <a:xfrm>
            <a:off x="5121554" y="2925731"/>
            <a:ext cx="8475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Adhèrent</a:t>
            </a:r>
            <a:endParaRPr b="0" i="0" sz="1000" u="none" cap="none" strike="noStrik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4" name="Google Shape;504;p83"/>
          <p:cNvSpPr txBox="1"/>
          <p:nvPr/>
        </p:nvSpPr>
        <p:spPr>
          <a:xfrm>
            <a:off x="4234562" y="1621716"/>
            <a:ext cx="17343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Convention d’autoconsommation</a:t>
            </a:r>
            <a:endParaRPr b="0" i="0" sz="1000" u="none" cap="none" strike="noStrik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5" name="Google Shape;505;p83"/>
          <p:cNvCxnSpPr>
            <a:stCxn id="495" idx="1"/>
            <a:endCxn id="492" idx="1"/>
          </p:cNvCxnSpPr>
          <p:nvPr/>
        </p:nvCxnSpPr>
        <p:spPr>
          <a:xfrm flipH="1">
            <a:off x="1787494" y="1255631"/>
            <a:ext cx="1747200" cy="2582700"/>
          </a:xfrm>
          <a:prstGeom prst="bentConnector3">
            <a:avLst>
              <a:gd fmla="val 112583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06" name="Google Shape;506;p83"/>
          <p:cNvCxnSpPr>
            <a:stCxn id="492" idx="0"/>
            <a:endCxn id="491" idx="2"/>
          </p:cNvCxnSpPr>
          <p:nvPr/>
        </p:nvCxnSpPr>
        <p:spPr>
          <a:xfrm flipH="1" rot="10800000">
            <a:off x="2487516" y="2554473"/>
            <a:ext cx="1747200" cy="11331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7" name="Google Shape;507;p83"/>
          <p:cNvSpPr txBox="1"/>
          <p:nvPr/>
        </p:nvSpPr>
        <p:spPr>
          <a:xfrm>
            <a:off x="183243" y="2371556"/>
            <a:ext cx="13998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Contrat d’accès au réseau en injection</a:t>
            </a:r>
            <a:endParaRPr b="0" i="0" sz="1000" u="none" cap="none" strike="noStrik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(ARPE spécifique ACC)</a:t>
            </a:r>
            <a:endParaRPr b="0" i="0" sz="1000" u="none" cap="none" strike="noStrik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8" name="Google Shape;508;p83"/>
          <p:cNvSpPr/>
          <p:nvPr/>
        </p:nvSpPr>
        <p:spPr>
          <a:xfrm>
            <a:off x="1816463" y="4500850"/>
            <a:ext cx="1342200" cy="301800"/>
          </a:xfrm>
          <a:prstGeom prst="roundRect">
            <a:avLst>
              <a:gd fmla="val 50000" name="adj"/>
            </a:avLst>
          </a:prstGeom>
          <a:solidFill>
            <a:srgbClr val="FF7B4C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Bohr Energie</a:t>
            </a:r>
            <a:endParaRPr b="1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9" name="Google Shape;509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7618" y="4355968"/>
            <a:ext cx="249685" cy="2115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0" name="Google Shape;510;p83"/>
          <p:cNvCxnSpPr>
            <a:stCxn id="508" idx="0"/>
            <a:endCxn id="492" idx="2"/>
          </p:cNvCxnSpPr>
          <p:nvPr/>
        </p:nvCxnSpPr>
        <p:spPr>
          <a:xfrm rot="10800000">
            <a:off x="2487563" y="3989350"/>
            <a:ext cx="0" cy="511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11" name="Google Shape;511;p83"/>
          <p:cNvSpPr txBox="1"/>
          <p:nvPr/>
        </p:nvSpPr>
        <p:spPr>
          <a:xfrm>
            <a:off x="2577549" y="4037288"/>
            <a:ext cx="1336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Contrat d’agrégation</a:t>
            </a:r>
            <a:endParaRPr b="0" i="0" sz="1000" u="none" cap="none" strike="noStrik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2" name="Google Shape;512;p83"/>
          <p:cNvCxnSpPr>
            <a:stCxn id="495" idx="1"/>
            <a:endCxn id="508" idx="1"/>
          </p:cNvCxnSpPr>
          <p:nvPr/>
        </p:nvCxnSpPr>
        <p:spPr>
          <a:xfrm flipH="1">
            <a:off x="1816594" y="1255631"/>
            <a:ext cx="1718100" cy="3396000"/>
          </a:xfrm>
          <a:prstGeom prst="bentConnector3">
            <a:avLst>
              <a:gd fmla="val 114481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13" name="Google Shape;513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100">
                <a:solidFill>
                  <a:srgbClr val="4305A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>
              <a:solidFill>
                <a:srgbClr val="4305A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4"/>
          <p:cNvSpPr txBox="1"/>
          <p:nvPr>
            <p:ph type="title"/>
          </p:nvPr>
        </p:nvSpPr>
        <p:spPr>
          <a:xfrm>
            <a:off x="504208" y="-1556"/>
            <a:ext cx="64644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1" lang="fr" sz="2600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Production annuelle </a:t>
            </a:r>
            <a:endParaRPr b="1" sz="2600">
              <a:solidFill>
                <a:srgbClr val="43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9" name="Google Shape;519;p84"/>
          <p:cNvCxnSpPr/>
          <p:nvPr/>
        </p:nvCxnSpPr>
        <p:spPr>
          <a:xfrm>
            <a:off x="504208" y="740669"/>
            <a:ext cx="2030100" cy="2400"/>
          </a:xfrm>
          <a:prstGeom prst="straightConnector1">
            <a:avLst/>
          </a:prstGeom>
          <a:noFill/>
          <a:ln cap="flat" cmpd="sng" w="9525">
            <a:solidFill>
              <a:srgbClr val="6F23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OHR ENERGIE - France Hydro Electricité" id="520" name="Google Shape;52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764" y="203700"/>
            <a:ext cx="947587" cy="402394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100">
                <a:solidFill>
                  <a:srgbClr val="4305A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522" name="Google Shape;522;p84"/>
          <p:cNvSpPr txBox="1"/>
          <p:nvPr/>
        </p:nvSpPr>
        <p:spPr>
          <a:xfrm>
            <a:off x="2365265" y="4570025"/>
            <a:ext cx="381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Production totale 2024 :</a:t>
            </a:r>
            <a:r>
              <a:rPr b="1" lang="fr" sz="13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 2,3 GWh</a:t>
            </a:r>
            <a:endParaRPr/>
          </a:p>
        </p:txBody>
      </p:sp>
      <p:pic>
        <p:nvPicPr>
          <p:cNvPr id="523" name="Google Shape;523;p84" title="Graphiqu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6194" y="818942"/>
            <a:ext cx="6094275" cy="376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85"/>
          <p:cNvPicPr preferRelativeResize="0"/>
          <p:nvPr/>
        </p:nvPicPr>
        <p:blipFill rotWithShape="1">
          <a:blip r:embed="rId3">
            <a:alphaModFix/>
          </a:blip>
          <a:srcRect b="0" l="0" r="50298" t="0"/>
          <a:stretch/>
        </p:blipFill>
        <p:spPr>
          <a:xfrm rot="-5400000">
            <a:off x="1940080" y="-2055644"/>
            <a:ext cx="5164038" cy="927532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85"/>
          <p:cNvSpPr txBox="1"/>
          <p:nvPr/>
        </p:nvSpPr>
        <p:spPr>
          <a:xfrm>
            <a:off x="345319" y="1657875"/>
            <a:ext cx="73656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925" lIns="0" spcFirstLastPara="1" rIns="0" wrap="square" tIns="39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fr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Présentation de l’offre de fourniture ACC</a:t>
            </a:r>
            <a:endParaRPr b="0" i="0" sz="1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85"/>
          <p:cNvSpPr txBox="1"/>
          <p:nvPr>
            <p:ph idx="12" type="sldNum"/>
          </p:nvPr>
        </p:nvSpPr>
        <p:spPr>
          <a:xfrm>
            <a:off x="9127876" y="6542088"/>
            <a:ext cx="5766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/>
              <a:t>Page </a:t>
            </a: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32" name="Google Shape;532;p85" title="LOGOTYPE SLOGAN BLANC.png"/>
          <p:cNvPicPr preferRelativeResize="0"/>
          <p:nvPr/>
        </p:nvPicPr>
        <p:blipFill rotWithShape="1">
          <a:blip r:embed="rId4">
            <a:alphaModFix/>
          </a:blip>
          <a:srcRect b="24431" l="0" r="0" t="0"/>
          <a:stretch/>
        </p:blipFill>
        <p:spPr>
          <a:xfrm>
            <a:off x="7495433" y="344288"/>
            <a:ext cx="1070882" cy="3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6"/>
          <p:cNvSpPr txBox="1"/>
          <p:nvPr>
            <p:ph type="title"/>
          </p:nvPr>
        </p:nvSpPr>
        <p:spPr>
          <a:xfrm>
            <a:off x="504208" y="-1556"/>
            <a:ext cx="6922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1" lang="fr" sz="2600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Définition et hypothèses</a:t>
            </a:r>
            <a:endParaRPr b="0" i="0" sz="2600" u="none" cap="none" strike="noStrike">
              <a:solidFill>
                <a:srgbClr val="43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39" name="Google Shape;539;p86"/>
          <p:cNvCxnSpPr/>
          <p:nvPr/>
        </p:nvCxnSpPr>
        <p:spPr>
          <a:xfrm flipH="1" rot="10800000">
            <a:off x="504208" y="779994"/>
            <a:ext cx="2020800" cy="15600"/>
          </a:xfrm>
          <a:prstGeom prst="straightConnector1">
            <a:avLst/>
          </a:prstGeom>
          <a:noFill/>
          <a:ln cap="flat" cmpd="sng" w="9525">
            <a:solidFill>
              <a:srgbClr val="6F23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OHR ENERGIE - France Hydro Electricité" id="540" name="Google Shape;540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764" y="203700"/>
            <a:ext cx="947587" cy="402394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86"/>
          <p:cNvSpPr/>
          <p:nvPr/>
        </p:nvSpPr>
        <p:spPr>
          <a:xfrm>
            <a:off x="7594765" y="1207688"/>
            <a:ext cx="320700" cy="32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86"/>
          <p:cNvSpPr txBox="1"/>
          <p:nvPr/>
        </p:nvSpPr>
        <p:spPr>
          <a:xfrm>
            <a:off x="669075" y="1092825"/>
            <a:ext cx="4839600" cy="19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86"/>
          <p:cNvSpPr txBox="1"/>
          <p:nvPr/>
        </p:nvSpPr>
        <p:spPr>
          <a:xfrm>
            <a:off x="717900" y="1099575"/>
            <a:ext cx="6388500" cy="1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4" name="Google Shape;544;p86"/>
          <p:cNvSpPr txBox="1"/>
          <p:nvPr/>
        </p:nvSpPr>
        <p:spPr>
          <a:xfrm>
            <a:off x="381900" y="965175"/>
            <a:ext cx="69228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➢"/>
            </a:pPr>
            <a:r>
              <a:rPr lang="fr" sz="13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Définition:</a:t>
            </a: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Taux d’autoproduction:</a:t>
            </a: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Rapport entre la production d’électricité consommée localement et la consommation totale (% de la consommation totale couverte par la production de la centrale hydroélectrique)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➢"/>
            </a:pPr>
            <a:r>
              <a:rPr lang="fr" sz="13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Hypothèses de calcul du taux d’autoproduction</a:t>
            </a: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Croisement des données de production et de consommation: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janvier 2024 → 31 décembre 2024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Récupération des données: OPEN DATA Enedis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Production totale:</a:t>
            </a:r>
            <a:r>
              <a:rPr b="1"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2,3 GWh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Clé de répartition: </a:t>
            </a:r>
            <a:r>
              <a:rPr b="1"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Dynamique par défaut </a:t>
            </a: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(i.e. au prorata de la consommation)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5" name="Google Shape;545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79125" lIns="79125" spcFirstLastPara="1" rIns="79125" wrap="square" tIns="7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7"/>
          <p:cNvSpPr txBox="1"/>
          <p:nvPr>
            <p:ph type="title"/>
          </p:nvPr>
        </p:nvSpPr>
        <p:spPr>
          <a:xfrm>
            <a:off x="504200" y="-1550"/>
            <a:ext cx="70905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1" i="0" lang="fr" sz="2600" u="none" cap="none" strike="noStrike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Répartition de la consommation </a:t>
            </a:r>
            <a:endParaRPr b="0" i="0" sz="2600" u="none" cap="none" strike="noStrike">
              <a:solidFill>
                <a:srgbClr val="43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52" name="Google Shape;552;p87"/>
          <p:cNvCxnSpPr/>
          <p:nvPr/>
        </p:nvCxnSpPr>
        <p:spPr>
          <a:xfrm flipH="1" rot="10800000">
            <a:off x="504208" y="819169"/>
            <a:ext cx="2020800" cy="15600"/>
          </a:xfrm>
          <a:prstGeom prst="straightConnector1">
            <a:avLst/>
          </a:prstGeom>
          <a:noFill/>
          <a:ln cap="flat" cmpd="sng" w="9525">
            <a:solidFill>
              <a:srgbClr val="6F23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OHR ENERGIE - France Hydro Electricité" id="553" name="Google Shape;553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764" y="203700"/>
            <a:ext cx="947587" cy="402394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87"/>
          <p:cNvSpPr/>
          <p:nvPr/>
        </p:nvSpPr>
        <p:spPr>
          <a:xfrm>
            <a:off x="7594765" y="1207688"/>
            <a:ext cx="320700" cy="32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79125" lIns="79125" spcFirstLastPara="1" rIns="79125" wrap="square" tIns="7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56" name="Google Shape;55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2012" y="3807400"/>
            <a:ext cx="3819968" cy="24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87"/>
          <p:cNvSpPr txBox="1"/>
          <p:nvPr/>
        </p:nvSpPr>
        <p:spPr>
          <a:xfrm>
            <a:off x="616100" y="4115600"/>
            <a:ext cx="31584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Taux d’autoproduction hiver :    96 %</a:t>
            </a:r>
            <a:endParaRPr b="1" sz="1200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87"/>
          <p:cNvSpPr txBox="1"/>
          <p:nvPr/>
        </p:nvSpPr>
        <p:spPr>
          <a:xfrm>
            <a:off x="5325025" y="4054575"/>
            <a:ext cx="31131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Taux d’autoproduction été :    70 %</a:t>
            </a:r>
            <a:endParaRPr b="1" sz="1200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9" name="Google Shape;559;p87" title="Graphiqu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658" y="971350"/>
            <a:ext cx="4340133" cy="268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87" title="Graphiqu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2247" y="971350"/>
            <a:ext cx="4340154" cy="268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88"/>
          <p:cNvSpPr txBox="1"/>
          <p:nvPr>
            <p:ph type="title"/>
          </p:nvPr>
        </p:nvSpPr>
        <p:spPr>
          <a:xfrm>
            <a:off x="504208" y="-1556"/>
            <a:ext cx="6922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1" lang="fr" sz="2600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Proposition Tarifaire </a:t>
            </a:r>
            <a:r>
              <a:rPr b="1" lang="fr" sz="2600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Roger Jalenques</a:t>
            </a:r>
            <a:endParaRPr b="0" i="0" sz="2600" u="none" cap="none" strike="noStrike">
              <a:solidFill>
                <a:srgbClr val="43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67" name="Google Shape;567;p88"/>
          <p:cNvCxnSpPr/>
          <p:nvPr/>
        </p:nvCxnSpPr>
        <p:spPr>
          <a:xfrm flipH="1" rot="10800000">
            <a:off x="504208" y="819169"/>
            <a:ext cx="2020800" cy="15600"/>
          </a:xfrm>
          <a:prstGeom prst="straightConnector1">
            <a:avLst/>
          </a:prstGeom>
          <a:noFill/>
          <a:ln cap="flat" cmpd="sng" w="9525">
            <a:solidFill>
              <a:srgbClr val="6F23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OHR ENERGIE - France Hydro Electricité" id="568" name="Google Shape;56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764" y="203700"/>
            <a:ext cx="947587" cy="40239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88"/>
          <p:cNvSpPr/>
          <p:nvPr/>
        </p:nvSpPr>
        <p:spPr>
          <a:xfrm>
            <a:off x="7594765" y="1207688"/>
            <a:ext cx="320700" cy="32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0" name="Google Shape;570;p88"/>
          <p:cNvSpPr txBox="1"/>
          <p:nvPr/>
        </p:nvSpPr>
        <p:spPr>
          <a:xfrm>
            <a:off x="592450" y="956300"/>
            <a:ext cx="7553700" cy="27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1" lang="f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arif de fourniture EDF</a:t>
            </a:r>
            <a:r>
              <a:rPr b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i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Prix de l’électron</a:t>
            </a:r>
            <a:endParaRPr b="1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Tarif de vente ACC proposé :</a:t>
            </a:r>
            <a:r>
              <a:rPr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i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Prix de l’électron</a:t>
            </a:r>
            <a:endParaRPr b="1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</a:pPr>
            <a:r>
              <a:rPr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 composante annuelle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Te = 140 €/MWh HT 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1" name="Google Shape;571;p88"/>
          <p:cNvSpPr/>
          <p:nvPr/>
        </p:nvSpPr>
        <p:spPr>
          <a:xfrm>
            <a:off x="2272851" y="3269475"/>
            <a:ext cx="3172200" cy="780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2" name="Google Shape;572;p88"/>
          <p:cNvSpPr txBox="1"/>
          <p:nvPr/>
        </p:nvSpPr>
        <p:spPr>
          <a:xfrm>
            <a:off x="5493150" y="3371500"/>
            <a:ext cx="4739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Engagement sur 5 ans</a:t>
            </a:r>
            <a:endParaRPr b="1" sz="16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3" name="Google Shape;573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79125" lIns="79125" spcFirstLastPara="1" rIns="79125" wrap="square" tIns="7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574" name="Google Shape;574;p88"/>
          <p:cNvGraphicFramePr/>
          <p:nvPr/>
        </p:nvGraphicFramePr>
        <p:xfrm>
          <a:off x="1234550" y="156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{C834471E-8CF7-4E11-B34D-4E665F04ACA3}</a:tableStyleId>
              </a:tblPr>
              <a:tblGrid>
                <a:gridCol w="2733675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HCE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HCH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HPE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HPH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Tarif de fourniture </a:t>
                      </a:r>
                      <a:r>
                        <a:rPr b="1" lang="fr" sz="1000"/>
                        <a:t>EDF</a:t>
                      </a:r>
                      <a:r>
                        <a:rPr b="1" lang="fr" sz="1000"/>
                        <a:t> 2025 (€/MWh)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000"/>
                        <a:t>16,4</a:t>
                      </a:r>
                      <a:endParaRPr b="1" i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000"/>
                        <a:t>211,97</a:t>
                      </a:r>
                      <a:endParaRPr b="1" i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000"/>
                        <a:t>57,27</a:t>
                      </a:r>
                      <a:endParaRPr b="1" i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000"/>
                        <a:t>246,21</a:t>
                      </a:r>
                      <a:endParaRPr b="1" i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9"/>
          <p:cNvSpPr txBox="1"/>
          <p:nvPr>
            <p:ph type="title"/>
          </p:nvPr>
        </p:nvSpPr>
        <p:spPr>
          <a:xfrm>
            <a:off x="504208" y="-1556"/>
            <a:ext cx="6922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1" lang="fr" sz="2600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Décomposition du prix</a:t>
            </a:r>
            <a:endParaRPr b="0" i="0" sz="2600" u="none" cap="none" strike="noStrike">
              <a:solidFill>
                <a:srgbClr val="43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81" name="Google Shape;581;p89"/>
          <p:cNvCxnSpPr/>
          <p:nvPr/>
        </p:nvCxnSpPr>
        <p:spPr>
          <a:xfrm flipH="1" rot="10800000">
            <a:off x="504208" y="819169"/>
            <a:ext cx="2020800" cy="15600"/>
          </a:xfrm>
          <a:prstGeom prst="straightConnector1">
            <a:avLst/>
          </a:prstGeom>
          <a:noFill/>
          <a:ln cap="flat" cmpd="sng" w="9525">
            <a:solidFill>
              <a:srgbClr val="6F23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OHR ENERGIE - France Hydro Electricité" id="582" name="Google Shape;582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764" y="203700"/>
            <a:ext cx="947587" cy="402394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89"/>
          <p:cNvSpPr/>
          <p:nvPr/>
        </p:nvSpPr>
        <p:spPr>
          <a:xfrm>
            <a:off x="7594765" y="1207688"/>
            <a:ext cx="320700" cy="32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84" name="Google Shape;584;p89"/>
          <p:cNvCxnSpPr/>
          <p:nvPr/>
        </p:nvCxnSpPr>
        <p:spPr>
          <a:xfrm flipH="1">
            <a:off x="4541750" y="1090625"/>
            <a:ext cx="9300" cy="281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89"/>
          <p:cNvSpPr txBox="1"/>
          <p:nvPr/>
        </p:nvSpPr>
        <p:spPr>
          <a:xfrm>
            <a:off x="991775" y="996375"/>
            <a:ext cx="304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Fourniture 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p89"/>
          <p:cNvSpPr txBox="1"/>
          <p:nvPr/>
        </p:nvSpPr>
        <p:spPr>
          <a:xfrm>
            <a:off x="5868575" y="952850"/>
            <a:ext cx="304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 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7" name="Google Shape;587;p89"/>
          <p:cNvSpPr txBox="1"/>
          <p:nvPr/>
        </p:nvSpPr>
        <p:spPr>
          <a:xfrm>
            <a:off x="620650" y="1300375"/>
            <a:ext cx="35007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fourniture</a:t>
            </a:r>
            <a:r>
              <a:rPr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(prix de l’électron)</a:t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Accise sur l’électricité</a:t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TURPE</a:t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Obligation Capacité</a:t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CEE</a:t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TVA</a:t>
            </a:r>
            <a:r>
              <a:rPr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 20%</a:t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8" name="Google Shape;588;p89"/>
          <p:cNvSpPr txBox="1"/>
          <p:nvPr/>
        </p:nvSpPr>
        <p:spPr>
          <a:xfrm>
            <a:off x="5160625" y="1090625"/>
            <a:ext cx="36456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fourniture</a:t>
            </a:r>
            <a:r>
              <a:rPr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(prix de l’électron)</a:t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Accise sur l’électricité</a:t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TURPE: </a:t>
            </a:r>
            <a:r>
              <a:rPr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collecté par le fournisseur</a:t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 strike="sngStrike">
                <a:solidFill>
                  <a:schemeClr val="accent1"/>
                </a:solidFill>
              </a:rPr>
              <a:t>Obligation Capacité</a:t>
            </a:r>
            <a:endParaRPr b="1" sz="1200" strike="sngStrike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strike="sngStrike">
              <a:solidFill>
                <a:schemeClr val="accen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 strike="sngStrike">
                <a:solidFill>
                  <a:schemeClr val="accent1"/>
                </a:solidFill>
              </a:rPr>
              <a:t>CEE</a:t>
            </a:r>
            <a:endParaRPr b="1" sz="1200" strike="sngStrike"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➔"/>
            </a:pPr>
            <a:r>
              <a:rPr b="1"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TVA</a:t>
            </a:r>
            <a:r>
              <a:rPr lang="fr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 20%</a:t>
            </a:r>
            <a:endParaRPr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79125" lIns="79125" spcFirstLastPara="1" rIns="79125" wrap="square" tIns="7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0"/>
          <p:cNvSpPr txBox="1"/>
          <p:nvPr>
            <p:ph type="title"/>
          </p:nvPr>
        </p:nvSpPr>
        <p:spPr>
          <a:xfrm>
            <a:off x="504208" y="-1556"/>
            <a:ext cx="6922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1" lang="fr" sz="2600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Calcul Économie Roger Jalenques</a:t>
            </a:r>
            <a:endParaRPr b="0" i="0" sz="2600" u="none" cap="none" strike="noStrike">
              <a:solidFill>
                <a:srgbClr val="43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96" name="Google Shape;596;p90"/>
          <p:cNvCxnSpPr/>
          <p:nvPr/>
        </p:nvCxnSpPr>
        <p:spPr>
          <a:xfrm flipH="1" rot="10800000">
            <a:off x="504208" y="819169"/>
            <a:ext cx="2020800" cy="15600"/>
          </a:xfrm>
          <a:prstGeom prst="straightConnector1">
            <a:avLst/>
          </a:prstGeom>
          <a:noFill/>
          <a:ln cap="flat" cmpd="sng" w="9525">
            <a:solidFill>
              <a:srgbClr val="6F23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OHR ENERGIE - France Hydro Electricité" id="597" name="Google Shape;59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764" y="203700"/>
            <a:ext cx="947587" cy="402394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90"/>
          <p:cNvSpPr/>
          <p:nvPr/>
        </p:nvSpPr>
        <p:spPr>
          <a:xfrm>
            <a:off x="7594765" y="1207688"/>
            <a:ext cx="320700" cy="32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79125" lIns="79125" spcFirstLastPara="1" rIns="79125" wrap="square" tIns="7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600" name="Google Shape;600;p90"/>
          <p:cNvGraphicFramePr/>
          <p:nvPr/>
        </p:nvGraphicFramePr>
        <p:xfrm>
          <a:off x="1454925" y="2022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{C834471E-8CF7-4E11-B34D-4E665F04ACA3}</a:tableStyleId>
              </a:tblPr>
              <a:tblGrid>
                <a:gridCol w="3030550"/>
                <a:gridCol w="29851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 u="sng"/>
                        <a:t>Roger Jalenques</a:t>
                      </a:r>
                      <a:endParaRPr sz="1600" u="sng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/>
                        <a:t>Economie Annuelle Electron</a:t>
                      </a:r>
                      <a:endParaRPr sz="1600"/>
                    </a:p>
                  </a:txBody>
                  <a:tcPr marT="19050" marB="19050" marR="28575" marL="2857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/>
                        <a:t>2573</a:t>
                      </a:r>
                      <a:endParaRPr sz="1600"/>
                    </a:p>
                  </a:txBody>
                  <a:tcPr marT="19050" marB="19050" marR="28575" marL="2857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/>
                        <a:t>Economie capacité</a:t>
                      </a:r>
                      <a:endParaRPr sz="1600"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/>
                        <a:t>475</a:t>
                      </a:r>
                      <a:endParaRPr sz="1600"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/>
                        <a:t>Economie CEE</a:t>
                      </a:r>
                      <a:endParaRPr sz="1600"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/>
                        <a:t>1802</a:t>
                      </a:r>
                      <a:endParaRPr sz="1600"/>
                    </a:p>
                  </a:txBody>
                  <a:tcPr marT="19050" marB="19050" marR="28575" marL="28575" anchor="b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600"/>
                        <a:t>Economie Annuelle totale</a:t>
                      </a:r>
                      <a:endParaRPr b="1" sz="1600"/>
                    </a:p>
                  </a:txBody>
                  <a:tcPr marT="19050" marB="19050" marR="28575" marL="28575" anchor="b"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600"/>
                        <a:t>4850 €</a:t>
                      </a:r>
                      <a:endParaRPr b="1" sz="1600"/>
                    </a:p>
                  </a:txBody>
                  <a:tcPr marT="19050" marB="19050" marR="28575" marL="28575" anchor="b"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1"/>
          <p:cNvSpPr txBox="1"/>
          <p:nvPr>
            <p:ph type="title"/>
          </p:nvPr>
        </p:nvSpPr>
        <p:spPr>
          <a:xfrm>
            <a:off x="504208" y="-1556"/>
            <a:ext cx="6922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0" spcFirstLastPara="1" rIns="0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1" lang="fr" sz="2600">
                <a:solidFill>
                  <a:srgbClr val="4305AE"/>
                </a:solidFill>
                <a:latin typeface="Poppins"/>
                <a:ea typeface="Poppins"/>
                <a:cs typeface="Poppins"/>
                <a:sym typeface="Poppins"/>
              </a:rPr>
              <a:t>Bilan de la Proposition de Vente</a:t>
            </a:r>
            <a:endParaRPr b="0" i="0" sz="2600" u="none" cap="none" strike="noStrike">
              <a:solidFill>
                <a:srgbClr val="43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07" name="Google Shape;607;p91"/>
          <p:cNvCxnSpPr/>
          <p:nvPr/>
        </p:nvCxnSpPr>
        <p:spPr>
          <a:xfrm flipH="1" rot="10800000">
            <a:off x="504208" y="819169"/>
            <a:ext cx="2020800" cy="15600"/>
          </a:xfrm>
          <a:prstGeom prst="straightConnector1">
            <a:avLst/>
          </a:prstGeom>
          <a:noFill/>
          <a:ln cap="flat" cmpd="sng" w="9525">
            <a:solidFill>
              <a:srgbClr val="6F23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OHR ENERGIE - France Hydro Electricité" id="608" name="Google Shape;60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764" y="203700"/>
            <a:ext cx="947587" cy="402394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91"/>
          <p:cNvSpPr/>
          <p:nvPr/>
        </p:nvSpPr>
        <p:spPr>
          <a:xfrm>
            <a:off x="7393265" y="1136913"/>
            <a:ext cx="320700" cy="32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0" name="Google Shape;610;p91"/>
          <p:cNvSpPr txBox="1"/>
          <p:nvPr/>
        </p:nvSpPr>
        <p:spPr>
          <a:xfrm>
            <a:off x="387425" y="676875"/>
            <a:ext cx="7553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b="1"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Tarif de vente ACC proposé Roger Jalenques :</a:t>
            </a:r>
            <a:r>
              <a:rPr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i="1" lang="fr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Prix de l’électron</a:t>
            </a:r>
            <a:endParaRPr b="1" i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 = 140 €/MWh HT 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p91"/>
          <p:cNvSpPr txBox="1"/>
          <p:nvPr/>
        </p:nvSpPr>
        <p:spPr>
          <a:xfrm>
            <a:off x="5521325" y="1425050"/>
            <a:ext cx="4739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Engagement sur 5 ans</a:t>
            </a:r>
            <a:endParaRPr b="1" sz="16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2" name="Google Shape;612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79125" lIns="79125" spcFirstLastPara="1" rIns="79125" wrap="square" tIns="79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13" name="Google Shape;613;p91"/>
          <p:cNvSpPr txBox="1"/>
          <p:nvPr/>
        </p:nvSpPr>
        <p:spPr>
          <a:xfrm>
            <a:off x="0" y="3077232"/>
            <a:ext cx="928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4205AE"/>
                </a:solidFill>
                <a:latin typeface="Poppins"/>
                <a:ea typeface="Poppins"/>
                <a:cs typeface="Poppins"/>
                <a:sym typeface="Poppins"/>
              </a:rPr>
              <a:t>Opportunité de bénéficier d’une électricité locale et verte à un tarif avantageux</a:t>
            </a:r>
            <a:endParaRPr b="1" sz="1500">
              <a:solidFill>
                <a:srgbClr val="42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p91"/>
          <p:cNvSpPr txBox="1"/>
          <p:nvPr/>
        </p:nvSpPr>
        <p:spPr>
          <a:xfrm>
            <a:off x="296975" y="3794425"/>
            <a:ext cx="80052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800" u="sng">
                <a:solidFill>
                  <a:srgbClr val="4205AE"/>
                </a:solidFill>
                <a:latin typeface="Poppins"/>
                <a:ea typeface="Poppins"/>
                <a:cs typeface="Poppins"/>
                <a:sym typeface="Poppins"/>
              </a:rPr>
              <a:t>Début de l’opération: 1 janvier 2026</a:t>
            </a:r>
            <a:endParaRPr b="1" i="1" sz="1800" u="sng">
              <a:solidFill>
                <a:srgbClr val="4205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91"/>
          <p:cNvSpPr/>
          <p:nvPr/>
        </p:nvSpPr>
        <p:spPr>
          <a:xfrm>
            <a:off x="1915725" y="1414165"/>
            <a:ext cx="3460500" cy="758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91"/>
          <p:cNvSpPr txBox="1"/>
          <p:nvPr/>
        </p:nvSpPr>
        <p:spPr>
          <a:xfrm>
            <a:off x="4386050" y="2124411"/>
            <a:ext cx="459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Offre valable jusqu’au 30/09/2025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92"/>
          <p:cNvPicPr preferRelativeResize="0"/>
          <p:nvPr/>
        </p:nvPicPr>
        <p:blipFill rotWithShape="1">
          <a:blip r:embed="rId3">
            <a:alphaModFix/>
          </a:blip>
          <a:srcRect b="0" l="0" r="50298" t="0"/>
          <a:stretch/>
        </p:blipFill>
        <p:spPr>
          <a:xfrm rot="-5400000">
            <a:off x="1940080" y="-2055644"/>
            <a:ext cx="5164038" cy="927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312" y="972746"/>
            <a:ext cx="2366507" cy="1004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3574" y="2834429"/>
            <a:ext cx="1382909" cy="777881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92"/>
          <p:cNvSpPr txBox="1"/>
          <p:nvPr/>
        </p:nvSpPr>
        <p:spPr>
          <a:xfrm>
            <a:off x="3159150" y="2048950"/>
            <a:ext cx="39900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fr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  <a:endParaRPr b="1" i="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Brice BERTINI</a:t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fr" sz="12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brice.bertini</a:t>
            </a:r>
            <a:r>
              <a:rPr lang="fr" sz="12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@bohr-energie.fr</a:t>
            </a:r>
            <a:endParaRPr sz="1200" u="sng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+33 7 57 59 61 91</a:t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dviso Partners">
  <a:themeElements>
    <a:clrScheme name="Adviso">
      <a:dk1>
        <a:srgbClr val="000000"/>
      </a:dk1>
      <a:lt1>
        <a:srgbClr val="FFFFFF"/>
      </a:lt1>
      <a:dk2>
        <a:srgbClr val="0D60AF"/>
      </a:dk2>
      <a:lt2>
        <a:srgbClr val="65001D"/>
      </a:lt2>
      <a:accent1>
        <a:srgbClr val="5183C4"/>
      </a:accent1>
      <a:accent2>
        <a:srgbClr val="D20058"/>
      </a:accent2>
      <a:accent3>
        <a:srgbClr val="2EA746"/>
      </a:accent3>
      <a:accent4>
        <a:srgbClr val="FDAB0D"/>
      </a:accent4>
      <a:accent5>
        <a:srgbClr val="D2431C"/>
      </a:accent5>
      <a:accent6>
        <a:srgbClr val="34004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Personnalisé 30">
      <a:dk1>
        <a:srgbClr val="1D1D1D"/>
      </a:dk1>
      <a:lt1>
        <a:srgbClr val="FFFFFF"/>
      </a:lt1>
      <a:dk2>
        <a:srgbClr val="111111"/>
      </a:dk2>
      <a:lt2>
        <a:srgbClr val="F8F8F8"/>
      </a:lt2>
      <a:accent1>
        <a:srgbClr val="4205AE"/>
      </a:accent1>
      <a:accent2>
        <a:srgbClr val="FF2D2E"/>
      </a:accent2>
      <a:accent3>
        <a:srgbClr val="5819F1"/>
      </a:accent3>
      <a:accent4>
        <a:srgbClr val="FF7B4C"/>
      </a:accent4>
      <a:accent5>
        <a:srgbClr val="FFD300"/>
      </a:accent5>
      <a:accent6>
        <a:srgbClr val="8BC34A"/>
      </a:accent6>
      <a:hlink>
        <a:srgbClr val="5819F1"/>
      </a:hlink>
      <a:folHlink>
        <a:srgbClr val="3F51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